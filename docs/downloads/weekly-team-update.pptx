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80d676dc4a04b41" /><Relationship Type="http://schemas.openxmlformats.org/officeDocument/2006/relationships/extended-properties" Target="/docProps/app.xml" Id="Ra2333f51824f4765" /><Relationship Type="http://schemas.openxmlformats.org/officeDocument/2006/relationships/officeDocument" Target="/ppt/presentation.xml" Id="R0223ae3f8da048ed" /></Relationships>
</file>

<file path=ppt/presentation.xml><?xml version="1.0" encoding="utf-8"?>
<p:presentation xmlns:p="http://schemas.openxmlformats.org/presentationml/2006/main">
  <p:sldMasterIdLst>
    <p:sldMasterId xmlns:r="http://schemas.openxmlformats.org/officeDocument/2006/relationships" id="2147483648" r:id="R327de8e1fc33423d"/>
  </p:sldMasterIdLst>
  <p:notesMasterIdLst>
    <p:notesMasterId xmlns:r="http://schemas.openxmlformats.org/officeDocument/2006/relationships" r:id="Rd594aa7fa4f640fd"/>
  </p:notesMasterIdLst>
  <p:sldIdLst>
    <p:sldId xmlns:r="http://schemas.openxmlformats.org/officeDocument/2006/relationships" id="256" r:id="Re1a02fadc42942d9"/>
    <p:sldId xmlns:r="http://schemas.openxmlformats.org/officeDocument/2006/relationships" id="257" r:id="Rb437244c391343f9"/>
    <p:sldId xmlns:r="http://schemas.openxmlformats.org/officeDocument/2006/relationships" id="258" r:id="Rf3ca5d12e1264604"/>
    <p:sldId xmlns:r="http://schemas.openxmlformats.org/officeDocument/2006/relationships" id="259" r:id="R9b72836ac5364f4b"/>
    <p:sldId xmlns:r="http://schemas.openxmlformats.org/officeDocument/2006/relationships" id="260" r:id="R829a032caf9e4292"/>
    <p:sldId xmlns:r="http://schemas.openxmlformats.org/officeDocument/2006/relationships" id="261" r:id="Rc11598cfef29455e"/>
    <p:sldId xmlns:r="http://schemas.openxmlformats.org/officeDocument/2006/relationships" id="262" r:id="R7fe4f3d067834182"/>
    <p:sldId xmlns:r="http://schemas.openxmlformats.org/officeDocument/2006/relationships" id="263" r:id="Rbb39059583434aa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b932bb9093d4bab" /><Relationship Type="http://schemas.openxmlformats.org/officeDocument/2006/relationships/slideMaster" Target="/ppt/slideMasters/slideMaster1.xml" Id="R327de8e1fc33423d" /><Relationship Type="http://schemas.openxmlformats.org/officeDocument/2006/relationships/notesMaster" Target="/ppt/notesMasters/notesMaster1.xml" Id="Rd594aa7fa4f640fd" /><Relationship Type="http://schemas.openxmlformats.org/officeDocument/2006/relationships/presProps" Target="/ppt/presProps.xml" Id="R7570ec5c02424513" /><Relationship Type="http://schemas.openxmlformats.org/officeDocument/2006/relationships/tableStyles" Target="/ppt/tableStyles.xml" Id="R3cb4a3fd8cf547ff" /><Relationship Type="http://schemas.openxmlformats.org/officeDocument/2006/relationships/slide" Target="/ppt/slides/slide1.xml" Id="Re1a02fadc42942d9" /><Relationship Type="http://schemas.openxmlformats.org/officeDocument/2006/relationships/slide" Target="/ppt/slides/slide2.xml" Id="Rb437244c391343f9" /><Relationship Type="http://schemas.openxmlformats.org/officeDocument/2006/relationships/slide" Target="/ppt/slides/slide3.xml" Id="Rf3ca5d12e1264604" /><Relationship Type="http://schemas.openxmlformats.org/officeDocument/2006/relationships/slide" Target="/ppt/slides/slide4.xml" Id="R9b72836ac5364f4b" /><Relationship Type="http://schemas.openxmlformats.org/officeDocument/2006/relationships/slide" Target="/ppt/slides/slide5.xml" Id="R829a032caf9e4292" /><Relationship Type="http://schemas.openxmlformats.org/officeDocument/2006/relationships/slide" Target="/ppt/slides/slide6.xml" Id="Rc11598cfef29455e" /><Relationship Type="http://schemas.openxmlformats.org/officeDocument/2006/relationships/slide" Target="/ppt/slides/slide7.xml" Id="R7fe4f3d067834182" /><Relationship Type="http://schemas.openxmlformats.org/officeDocument/2006/relationships/slide" Target="/ppt/slides/slide8.xml" Id="Rbb39059583434aa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05a8c877c74410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62b2f57481d492a" /><Relationship Type="http://schemas.openxmlformats.org/officeDocument/2006/relationships/notesMaster" Target="/ppt/notesMasters/notesMaster1.xml" Id="R763daa9dca5547b8" /></Relationships>
</file>

<file path=ppt/notesSlides/_rels/notesSlide2.xml.rels>&#65279;<?xml version="1.0" encoding="utf-8"?><Relationships xmlns="http://schemas.openxmlformats.org/package/2006/relationships"><Relationship Type="http://schemas.openxmlformats.org/officeDocument/2006/relationships/slide" Target="/ppt/slides/slide2.xml" Id="R6f8add51f47943cf" /><Relationship Type="http://schemas.openxmlformats.org/officeDocument/2006/relationships/notesMaster" Target="/ppt/notesMasters/notesMaster1.xml" Id="Ra2afbf1e0bf84ddc"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6e05c38fc04309" /><Relationship Type="http://schemas.openxmlformats.org/officeDocument/2006/relationships/notesMaster" Target="/ppt/notesMasters/notesMaster1.xml" Id="R97043fe26ed54b49" /></Relationships>
</file>

<file path=ppt/notesSlides/_rels/notesSlide4.xml.rels>&#65279;<?xml version="1.0" encoding="utf-8"?><Relationships xmlns="http://schemas.openxmlformats.org/package/2006/relationships"><Relationship Type="http://schemas.openxmlformats.org/officeDocument/2006/relationships/slide" Target="/ppt/slides/slide4.xml" Id="R8ce47cdab2e74315" /><Relationship Type="http://schemas.openxmlformats.org/officeDocument/2006/relationships/notesMaster" Target="/ppt/notesMasters/notesMaster1.xml" Id="Rd5785d9d6a594c66" /></Relationships>
</file>

<file path=ppt/notesSlides/_rels/notesSlide5.xml.rels>&#65279;<?xml version="1.0" encoding="utf-8"?><Relationships xmlns="http://schemas.openxmlformats.org/package/2006/relationships"><Relationship Type="http://schemas.openxmlformats.org/officeDocument/2006/relationships/slide" Target="/ppt/slides/slide5.xml" Id="Rafc3d14a7be646de" /><Relationship Type="http://schemas.openxmlformats.org/officeDocument/2006/relationships/notesMaster" Target="/ppt/notesMasters/notesMaster1.xml" Id="Rb4103e8cfde94fd1" /></Relationships>
</file>

<file path=ppt/notesSlides/_rels/notesSlide6.xml.rels>&#65279;<?xml version="1.0" encoding="utf-8"?><Relationships xmlns="http://schemas.openxmlformats.org/package/2006/relationships"><Relationship Type="http://schemas.openxmlformats.org/officeDocument/2006/relationships/slide" Target="/ppt/slides/slide6.xml" Id="R86e7c52177364a83" /><Relationship Type="http://schemas.openxmlformats.org/officeDocument/2006/relationships/notesMaster" Target="/ppt/notesMasters/notesMaster1.xml" Id="R7704a38a42ec4173" /></Relationships>
</file>

<file path=ppt/notesSlides/_rels/notesSlide7.xml.rels>&#65279;<?xml version="1.0" encoding="utf-8"?><Relationships xmlns="http://schemas.openxmlformats.org/package/2006/relationships"><Relationship Type="http://schemas.openxmlformats.org/officeDocument/2006/relationships/slide" Target="/ppt/slides/slide7.xml" Id="R969af7d2b29e408a" /><Relationship Type="http://schemas.openxmlformats.org/officeDocument/2006/relationships/notesMaster" Target="/ppt/notesMasters/notesMaster1.xml" Id="R0c663ec9bce04bd3" /></Relationships>
</file>

<file path=ppt/notesSlides/_rels/notesSlide8.xml.rels>&#65279;<?xml version="1.0" encoding="utf-8"?><Relationships xmlns="http://schemas.openxmlformats.org/package/2006/relationships"><Relationship Type="http://schemas.openxmlformats.org/officeDocument/2006/relationships/slide" Target="/ppt/slides/slide8.xml" Id="R5fca1a5342eb4599" /><Relationship Type="http://schemas.openxmlformats.org/officeDocument/2006/relationships/notesMaster" Target="/ppt/notesMasters/notesMaster1.xml" Id="Rff2fec7e9f3c46a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Host instructions: Replace bracketed prompts. Duplicate or remove presenter slides as needed. This editable deck works without an extension. For Google Slides: upload the PPTX to Drive, open with Google Slides and save as a Google Slides presentation. Review the imported layout. With Meeting Timer Overlay installed, scan the deck and mark slides 2–7 for five presenters plus discussion. Set your actual start time and duration (for example 30 minutes for six timed sections). Start the session after this opening agenda. Remove the optional resource slide or stop before showing it. Settings remain local to each organizer's browser, so copying a deck does not transfer timer setup. Keep upper-right area free for the overlay. Setup source: https://github.com/ashual/meeting-timer-overlay/blob/main/README.md</a:t>
            </a:r>
          </a:p>
          <a:p xmlns:a="http://schemas.openxmlformats.org/drawingml/2006/main">
            <a:r>
              <a:t>Install: https://chromewebstore.google.com/detail/meeting-timer-overlay/cdllfbfpncendlekbbaepmmohdcciihc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all bracketed prompts with this presenter's update. Duplicate this slide for supporting detail, but mark only the first slide of the section in the timer. Current title should be the largest text for slide-title scanning. Leave the upper-right corner clear for the timer. Extension setup source: https://github.com/ashual/meeting-timer-overlay/blob/main/README.md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all bracketed prompts with this presenter's update. Duplicate this slide for supporting detail, but mark only the first slide of the section in the timer. Current title should be the largest text for slide-title scanning. Leave the upper-right corner clear for the timer. Extension setup source: https://github.com/ashual/meeting-timer-overlay/blob/main/README.md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all bracketed prompts with this presenter's update. Duplicate this slide for supporting detail, but mark only the first slide of the section in the timer. Current title should be the largest text for slide-title scanning. Leave the upper-right corner clear for the timer. Extension setup source: https://github.com/ashual/meeting-timer-overlay/blob/main/README.md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all bracketed prompts with this presenter's update. Duplicate this slide for supporting detail, but mark only the first slide of the section in the timer. Current title should be the largest text for slide-title scanning. Leave the upper-right corner clear for the timer. Extension setup source: https://github.com/ashual/meeting-timer-overlay/blob/main/README.md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all bracketed prompts with this presenter's update. Duplicate this slide for supporting detail, but mark only the first slide of the section in the timer. Current title should be the largest text for slide-title scanning. Leave the upper-right corner clear for the timer. Extension setup source: https://github.com/ashual/meeting-timer-overlay/blob/main/README.md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timed discussion section. Mark this slide in the extension if discussion should share the meeting budget. Replace the prompts with actual decisions and ownership. Stop the timer when the meeting ends.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resource slide. Remove if it is not useful. Stop the timer before showing this slide. Install directly: https://chromewebstore.google.com/detail/meeting-timer-overlay/cdllfbfpncendlekbbaepmmohdcciihc</a:t>
            </a:r>
          </a:p>
          <a:p xmlns:a="http://schemas.openxmlformats.org/drawingml/2006/main">
            <a:r>
              <a:t>Source and setup: https://github.com/ashual/meeting-timer-overlay</a:t>
            </a:r>
          </a:p>
          <a:p xmlns:a="http://schemas.openxmlformats.org/drawingml/2006/main">
            <a:r>
              <a:t>Website is prepared for GitHub Pages; use source and install links until deployment is live. The timer shares remaining time rather than guaranteeing equal airtime. Each organizer must configure their own local setup.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06cdbb35bd743e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bf651552515425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b52fa909720468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5d0784e01984ed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faf9172839048c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9054e858ad648d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B87302B-6F35-47B3-B564-E6CC4ADDE40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4D418CE-5CFA-4860-85BB-B9DD05C08A5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B105746-9474-462E-A0D1-2079469B8CE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CDB5B34-CB47-4126-8359-4029E375AF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F02C410-86E6-46A7-AC95-81B0EC3DAD8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AB1FDD5-D63D-4B25-B7A5-39FABAD6CB3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9B4D18E-EA64-4481-BC11-4A1067AF607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7B70FAC-BDEB-4644-9C2B-1BF70AE20C4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7584244-625A-4B6E-B031-4286499BEA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F7DA907-8E34-4D5A-B9A0-3462E83889B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eb22a0662be4e43" /><Relationship Type="http://schemas.openxmlformats.org/officeDocument/2006/relationships/slideLayout" Target="/ppt/slideLayouts/slideLayout1.xml" Id="R63a5df244e084001" /><Relationship Type="http://schemas.openxmlformats.org/officeDocument/2006/relationships/slideLayout" Target="/ppt/slideLayouts/slideLayout2.xml" Id="R7b0be39a1be4455b" /><Relationship Type="http://schemas.openxmlformats.org/officeDocument/2006/relationships/slideLayout" Target="/ppt/slideLayouts/slideLayout3.xml" Id="Rd38a7bc9d04b418b" /><Relationship Type="http://schemas.openxmlformats.org/officeDocument/2006/relationships/slideLayout" Target="/ppt/slideLayouts/slideLayout4.xml" Id="Raae80974d8704a9a" /><Relationship Type="http://schemas.openxmlformats.org/officeDocument/2006/relationships/slideLayout" Target="/ppt/slideLayouts/slideLayout5.xml" Id="R3dee6c33b3cb49aa" /><Relationship Type="http://schemas.openxmlformats.org/officeDocument/2006/relationships/slideLayout" Target="/ppt/slideLayouts/slideLayout6.xml" Id="Re808eb02dc39452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3a5df244e084001"/>
    <p:sldLayoutId xmlns:r="http://schemas.openxmlformats.org/officeDocument/2006/relationships" id="2147483650" r:id="R7b0be39a1be4455b"/>
    <p:sldLayoutId xmlns:r="http://schemas.openxmlformats.org/officeDocument/2006/relationships" id="2147483651" r:id="Rd38a7bc9d04b418b"/>
    <p:sldLayoutId xmlns:r="http://schemas.openxmlformats.org/officeDocument/2006/relationships" id="2147483652" r:id="Raae80974d8704a9a"/>
    <p:sldLayoutId xmlns:r="http://schemas.openxmlformats.org/officeDocument/2006/relationships" id="2147483653" r:id="R3dee6c33b3cb49aa"/>
    <p:sldLayoutId xmlns:r="http://schemas.openxmlformats.org/officeDocument/2006/relationships" id="2147483654" r:id="Re808eb02dc39452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0919b510a224177" /><Relationship Type="http://schemas.openxmlformats.org/officeDocument/2006/relationships/notesSlide" Target="/ppt/notesSlides/notesSlide1.xml" Id="R29b8670505ac4a1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2cc5b4ac23648fb" /><Relationship Type="http://schemas.openxmlformats.org/officeDocument/2006/relationships/notesSlide" Target="/ppt/notesSlides/notesSlide2.xml" Id="Re2384d89c1224b1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5539e91d9d046f4" /><Relationship Type="http://schemas.openxmlformats.org/officeDocument/2006/relationships/notesSlide" Target="/ppt/notesSlides/notesSlide3.xml" Id="R30630751b1dd4c1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e0eed95cb8344b8" /><Relationship Type="http://schemas.openxmlformats.org/officeDocument/2006/relationships/notesSlide" Target="/ppt/notesSlides/notesSlide4.xml" Id="R85db31b26e3142f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6eb041fe4a84658" /><Relationship Type="http://schemas.openxmlformats.org/officeDocument/2006/relationships/notesSlide" Target="/ppt/notesSlides/notesSlide5.xml" Id="Rca075784001544d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0fc861d1c2c4e68" /><Relationship Type="http://schemas.openxmlformats.org/officeDocument/2006/relationships/notesSlide" Target="/ppt/notesSlides/notesSlide6.xml" Id="R650a978a6fcb400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c950c14dda64422" /><Relationship Type="http://schemas.openxmlformats.org/officeDocument/2006/relationships/notesSlide" Target="/ppt/notesSlides/notesSlide7.xml" Id="Rcdd9d2a4e7f54c7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0b08f7341734848" /><Relationship Type="http://schemas.openxmlformats.org/officeDocument/2006/relationships/notesSlide" Target="/ppt/notesSlides/notesSlide8.xml" Id="R70830ad4192146b4" /></Relationships>
</file>

<file path=ppt/slides/slide1.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7" name="label">
            <a:extLst xmlns:a="http://schemas.openxmlformats.org/drawingml/2006/main">
              <a:ext uri="{FF2B5EF4-FFF2-40B4-BE49-F238E27FC236}">
                <a16:creationId xmlns:a16="http://schemas.microsoft.com/office/drawing/2014/main" id="{86549CE4-ACF5-4F74-BE97-05BDFC8FDE6E}"/>
              </a:ext>
            </a:extLst>
          </p:cNvPr>
          <p:cNvSpPr>
            <a:spLocks xmlns:a="http://schemas.openxmlformats.org/drawingml/2006/main" noGrp="1"/>
          </p:cNvSpPr>
          <p:nvPr/>
        </p:nvSpPr>
        <p:spPr>
          <a:xfrm xmlns:a="http://schemas.openxmlformats.org/drawingml/2006/main">
            <a:off x="685800" y="457200"/>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087E75"/>
                </a:solidFill>
                <a:latin typeface="DejaVu Sans"/>
                <a:ea typeface="DejaVu Sans"/>
                <a:cs typeface="DejaVu Sans"/>
              </a:defRPr>
            </a:defPPr>
            <a:lvl1pPr>
              <a:defRPr sz="1275" b="1">
                <a:solidFill>
                  <a:srgbClr val="087E75"/>
                </a:solidFill>
                <a:latin typeface="DejaVu Sans"/>
                <a:ea typeface="DejaVu Sans"/>
                <a:cs typeface="DejaVu Sans"/>
              </a:defRPr>
            </a:lvl1pPr>
            <a:lvl2pPr>
              <a:defRPr sz="1275" b="1">
                <a:solidFill>
                  <a:srgbClr val="087E75"/>
                </a:solidFill>
                <a:latin typeface="DejaVu Sans"/>
                <a:ea typeface="DejaVu Sans"/>
                <a:cs typeface="DejaVu Sans"/>
              </a:defRPr>
            </a:lvl2pPr>
            <a:lvl3pPr>
              <a:defRPr sz="1275" b="1">
                <a:solidFill>
                  <a:srgbClr val="087E75"/>
                </a:solidFill>
                <a:latin typeface="DejaVu Sans"/>
                <a:ea typeface="DejaVu Sans"/>
                <a:cs typeface="DejaVu Sans"/>
              </a:defRPr>
            </a:lvl3pPr>
            <a:lvl4pPr>
              <a:defRPr sz="1275" b="1">
                <a:solidFill>
                  <a:srgbClr val="087E75"/>
                </a:solidFill>
                <a:latin typeface="DejaVu Sans"/>
                <a:ea typeface="DejaVu Sans"/>
                <a:cs typeface="DejaVu Sans"/>
              </a:defRPr>
            </a:lvl4pPr>
            <a:lvl5pPr>
              <a:defRPr sz="1275" b="1">
                <a:solidFill>
                  <a:srgbClr val="087E75"/>
                </a:solidFill>
                <a:latin typeface="DejaVu Sans"/>
                <a:ea typeface="DejaVu Sans"/>
                <a:cs typeface="DejaVu Sans"/>
              </a:defRPr>
            </a:lvl5pPr>
            <a:lvl6pPr>
              <a:defRPr sz="1275" b="1">
                <a:solidFill>
                  <a:srgbClr val="087E75"/>
                </a:solidFill>
                <a:latin typeface="DejaVu Sans"/>
                <a:ea typeface="DejaVu Sans"/>
                <a:cs typeface="DejaVu Sans"/>
              </a:defRPr>
            </a:lvl6pPr>
            <a:lvl7pPr>
              <a:defRPr sz="1275" b="1">
                <a:solidFill>
                  <a:srgbClr val="087E75"/>
                </a:solidFill>
                <a:latin typeface="DejaVu Sans"/>
                <a:ea typeface="DejaVu Sans"/>
                <a:cs typeface="DejaVu Sans"/>
              </a:defRPr>
            </a:lvl7pPr>
            <a:lvl8pPr>
              <a:defRPr sz="1275" b="1">
                <a:solidFill>
                  <a:srgbClr val="087E75"/>
                </a:solidFill>
                <a:latin typeface="DejaVu Sans"/>
                <a:ea typeface="DejaVu Sans"/>
                <a:cs typeface="DejaVu Sans"/>
              </a:defRPr>
            </a:lvl8pPr>
            <a:lvl9pPr>
              <a:defRPr sz="1275" b="1">
                <a:solidFill>
                  <a:srgbClr val="087E75"/>
                </a:solidFill>
                <a:latin typeface="DejaVu Sans"/>
                <a:ea typeface="DejaVu Sans"/>
                <a:cs typeface="DejaVu Sans"/>
              </a:defRPr>
            </a:lvl9pPr>
          </a:lstStyle>
          <a:p xmlns:a="http://schemas.openxmlformats.org/drawingml/2006/main">
            <a:pPr>
              <a:defRPr sz="1275" b="1">
                <a:solidFill>
                  <a:srgbClr val="087E75"/>
                </a:solidFill>
                <a:latin typeface="DejaVu Sans"/>
                <a:ea typeface="DejaVu Sans"/>
                <a:cs typeface="DejaVu Sans"/>
              </a:defRPr>
            </a:pPr>
            <a:r>
              <a:rPr sz="1275" b="1">
                <a:solidFill>
                  <a:srgbClr val="087E75"/>
                </a:solidFill>
                <a:latin typeface="DejaVu Sans"/>
                <a:ea typeface="DejaVu Sans"/>
                <a:cs typeface="DejaVu Sans"/>
              </a:rPr>
              <a:t>WEEKLY TEAM UPDATE</a:t>
            </a:r>
          </a:p>
        </p:txBody>
      </p:sp>
      <p:sp>
        <p:nvSpPr>
          <p:cNvPr id="2" name="title">
            <a:extLst xmlns:a="http://schemas.openxmlformats.org/drawingml/2006/main">
              <a:ext uri="{FF2B5EF4-FFF2-40B4-BE49-F238E27FC236}">
                <a16:creationId xmlns:a16="http://schemas.microsoft.com/office/drawing/2014/main" id="{E135BFE7-DF91-483B-8914-39FD401093AB}"/>
              </a:ext>
            </a:extLst>
          </p:cNvPr>
          <p:cNvSpPr>
            <a:spLocks xmlns:a="http://schemas.openxmlformats.org/drawingml/2006/main" noGrp="1"/>
          </p:cNvSpPr>
          <p:nvPr/>
        </p:nvSpPr>
        <p:spPr>
          <a:xfrm xmlns:a="http://schemas.openxmlformats.org/drawingml/2006/main">
            <a:off x="685800" y="1257300"/>
            <a:ext cx="8001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800" b="1">
                <a:solidFill>
                  <a:srgbClr val="122D33"/>
                </a:solidFill>
                <a:latin typeface="DejaVu Sans"/>
                <a:ea typeface="DejaVu Sans"/>
                <a:cs typeface="DejaVu Sans"/>
              </a:defRPr>
            </a:defPPr>
            <a:lvl1pPr>
              <a:defRPr sz="4800" b="1">
                <a:solidFill>
                  <a:srgbClr val="122D33"/>
                </a:solidFill>
                <a:latin typeface="DejaVu Sans"/>
                <a:ea typeface="DejaVu Sans"/>
                <a:cs typeface="DejaVu Sans"/>
              </a:defRPr>
            </a:lvl1pPr>
            <a:lvl2pPr>
              <a:defRPr sz="4800" b="1">
                <a:solidFill>
                  <a:srgbClr val="122D33"/>
                </a:solidFill>
                <a:latin typeface="DejaVu Sans"/>
                <a:ea typeface="DejaVu Sans"/>
                <a:cs typeface="DejaVu Sans"/>
              </a:defRPr>
            </a:lvl2pPr>
            <a:lvl3pPr>
              <a:defRPr sz="4800" b="1">
                <a:solidFill>
                  <a:srgbClr val="122D33"/>
                </a:solidFill>
                <a:latin typeface="DejaVu Sans"/>
                <a:ea typeface="DejaVu Sans"/>
                <a:cs typeface="DejaVu Sans"/>
              </a:defRPr>
            </a:lvl3pPr>
            <a:lvl4pPr>
              <a:defRPr sz="4800" b="1">
                <a:solidFill>
                  <a:srgbClr val="122D33"/>
                </a:solidFill>
                <a:latin typeface="DejaVu Sans"/>
                <a:ea typeface="DejaVu Sans"/>
                <a:cs typeface="DejaVu Sans"/>
              </a:defRPr>
            </a:lvl4pPr>
            <a:lvl5pPr>
              <a:defRPr sz="4800" b="1">
                <a:solidFill>
                  <a:srgbClr val="122D33"/>
                </a:solidFill>
                <a:latin typeface="DejaVu Sans"/>
                <a:ea typeface="DejaVu Sans"/>
                <a:cs typeface="DejaVu Sans"/>
              </a:defRPr>
            </a:lvl5pPr>
            <a:lvl6pPr>
              <a:defRPr sz="4800" b="1">
                <a:solidFill>
                  <a:srgbClr val="122D33"/>
                </a:solidFill>
                <a:latin typeface="DejaVu Sans"/>
                <a:ea typeface="DejaVu Sans"/>
                <a:cs typeface="DejaVu Sans"/>
              </a:defRPr>
            </a:lvl6pPr>
            <a:lvl7pPr>
              <a:defRPr sz="4800" b="1">
                <a:solidFill>
                  <a:srgbClr val="122D33"/>
                </a:solidFill>
                <a:latin typeface="DejaVu Sans"/>
                <a:ea typeface="DejaVu Sans"/>
                <a:cs typeface="DejaVu Sans"/>
              </a:defRPr>
            </a:lvl7pPr>
            <a:lvl8pPr>
              <a:defRPr sz="4800" b="1">
                <a:solidFill>
                  <a:srgbClr val="122D33"/>
                </a:solidFill>
                <a:latin typeface="DejaVu Sans"/>
                <a:ea typeface="DejaVu Sans"/>
                <a:cs typeface="DejaVu Sans"/>
              </a:defRPr>
            </a:lvl8pPr>
            <a:lvl9pPr>
              <a:defRPr sz="4800" b="1">
                <a:solidFill>
                  <a:srgbClr val="122D33"/>
                </a:solidFill>
                <a:latin typeface="DejaVu Sans"/>
                <a:ea typeface="DejaVu Sans"/>
                <a:cs typeface="DejaVu Sans"/>
              </a:defRPr>
            </a:lvl9pPr>
          </a:lstStyle>
          <a:p xmlns:a="http://schemas.openxmlformats.org/drawingml/2006/main">
            <a:pPr>
              <a:defRPr sz="4800" b="1">
                <a:solidFill>
                  <a:srgbClr val="122D33"/>
                </a:solidFill>
                <a:latin typeface="DejaVu Sans"/>
                <a:ea typeface="DejaVu Sans"/>
                <a:cs typeface="DejaVu Sans"/>
              </a:defRPr>
            </a:pPr>
            <a:r>
              <a:rPr sz="4800" b="1">
                <a:solidFill>
                  <a:srgbClr val="122D33"/>
                </a:solidFill>
                <a:latin typeface="DejaVu Sans"/>
                <a:ea typeface="DejaVu Sans"/>
                <a:cs typeface="DejaVu Sans"/>
              </a:rPr>
              <a:t>[Team name]</a:t>
            </a:r>
          </a:p>
          <a:p xmlns:a="http://schemas.openxmlformats.org/drawingml/2006/main">
            <a:pPr>
              <a:defRPr sz="4800" b="1">
                <a:solidFill>
                  <a:srgbClr val="122D33"/>
                </a:solidFill>
                <a:latin typeface="DejaVu Sans"/>
                <a:ea typeface="DejaVu Sans"/>
                <a:cs typeface="DejaVu Sans"/>
              </a:defRPr>
            </a:pPr>
            <a:r>
              <a:rPr sz="4800" b="1">
                <a:solidFill>
                  <a:srgbClr val="122D33"/>
                </a:solidFill>
                <a:latin typeface="DejaVu Sans"/>
                <a:ea typeface="DejaVu Sans"/>
                <a:cs typeface="DejaVu Sans"/>
              </a:rPr>
              <a:t>Weekly update</a:t>
            </a:r>
          </a:p>
        </p:txBody>
      </p:sp>
      <p:sp>
        <p:nvSpPr>
          <p:cNvPr id="3" name="subtitle">
            <a:extLst xmlns:a="http://schemas.openxmlformats.org/drawingml/2006/main">
              <a:ext uri="{FF2B5EF4-FFF2-40B4-BE49-F238E27FC236}">
                <a16:creationId xmlns:a16="http://schemas.microsoft.com/office/drawing/2014/main" id="{0F45A84A-5EA1-4B34-B93B-614DF008462E}"/>
              </a:ext>
            </a:extLst>
          </p:cNvPr>
          <p:cNvSpPr>
            <a:spLocks xmlns:a="http://schemas.openxmlformats.org/drawingml/2006/main" noGrp="1"/>
          </p:cNvSpPr>
          <p:nvPr/>
        </p:nvSpPr>
        <p:spPr>
          <a:xfrm xmlns:a="http://schemas.openxmlformats.org/drawingml/2006/main">
            <a:off x="685800" y="2828925"/>
            <a:ext cx="7810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4E6266"/>
                </a:solidFill>
                <a:latin typeface="DejaVu Sans"/>
                <a:ea typeface="DejaVu Sans"/>
                <a:cs typeface="DejaVu Sans"/>
              </a:defRPr>
            </a:defPPr>
            <a:lvl1pPr>
              <a:defRPr sz="1950" b="0">
                <a:solidFill>
                  <a:srgbClr val="4E6266"/>
                </a:solidFill>
                <a:latin typeface="DejaVu Sans"/>
                <a:ea typeface="DejaVu Sans"/>
                <a:cs typeface="DejaVu Sans"/>
              </a:defRPr>
            </a:lvl1pPr>
            <a:lvl2pPr>
              <a:defRPr sz="1950" b="0">
                <a:solidFill>
                  <a:srgbClr val="4E6266"/>
                </a:solidFill>
                <a:latin typeface="DejaVu Sans"/>
                <a:ea typeface="DejaVu Sans"/>
                <a:cs typeface="DejaVu Sans"/>
              </a:defRPr>
            </a:lvl2pPr>
            <a:lvl3pPr>
              <a:defRPr sz="1950" b="0">
                <a:solidFill>
                  <a:srgbClr val="4E6266"/>
                </a:solidFill>
                <a:latin typeface="DejaVu Sans"/>
                <a:ea typeface="DejaVu Sans"/>
                <a:cs typeface="DejaVu Sans"/>
              </a:defRPr>
            </a:lvl3pPr>
            <a:lvl4pPr>
              <a:defRPr sz="1950" b="0">
                <a:solidFill>
                  <a:srgbClr val="4E6266"/>
                </a:solidFill>
                <a:latin typeface="DejaVu Sans"/>
                <a:ea typeface="DejaVu Sans"/>
                <a:cs typeface="DejaVu Sans"/>
              </a:defRPr>
            </a:lvl4pPr>
            <a:lvl5pPr>
              <a:defRPr sz="1950" b="0">
                <a:solidFill>
                  <a:srgbClr val="4E6266"/>
                </a:solidFill>
                <a:latin typeface="DejaVu Sans"/>
                <a:ea typeface="DejaVu Sans"/>
                <a:cs typeface="DejaVu Sans"/>
              </a:defRPr>
            </a:lvl5pPr>
            <a:lvl6pPr>
              <a:defRPr sz="1950" b="0">
                <a:solidFill>
                  <a:srgbClr val="4E6266"/>
                </a:solidFill>
                <a:latin typeface="DejaVu Sans"/>
                <a:ea typeface="DejaVu Sans"/>
                <a:cs typeface="DejaVu Sans"/>
              </a:defRPr>
            </a:lvl6pPr>
            <a:lvl7pPr>
              <a:defRPr sz="1950" b="0">
                <a:solidFill>
                  <a:srgbClr val="4E6266"/>
                </a:solidFill>
                <a:latin typeface="DejaVu Sans"/>
                <a:ea typeface="DejaVu Sans"/>
                <a:cs typeface="DejaVu Sans"/>
              </a:defRPr>
            </a:lvl7pPr>
            <a:lvl8pPr>
              <a:defRPr sz="1950" b="0">
                <a:solidFill>
                  <a:srgbClr val="4E6266"/>
                </a:solidFill>
                <a:latin typeface="DejaVu Sans"/>
                <a:ea typeface="DejaVu Sans"/>
                <a:cs typeface="DejaVu Sans"/>
              </a:defRPr>
            </a:lvl8pPr>
            <a:lvl9pPr>
              <a:defRPr sz="1950" b="0">
                <a:solidFill>
                  <a:srgbClr val="4E6266"/>
                </a:solidFill>
                <a:latin typeface="DejaVu Sans"/>
                <a:ea typeface="DejaVu Sans"/>
                <a:cs typeface="DejaVu Sans"/>
              </a:defRPr>
            </a:lvl9pPr>
          </a:lstStyle>
          <a:p xmlns:a="http://schemas.openxmlformats.org/drawingml/2006/main">
            <a:pPr>
              <a:defRPr sz="1950" b="0">
                <a:solidFill>
                  <a:srgbClr val="4E6266"/>
                </a:solidFill>
                <a:latin typeface="DejaVu Sans"/>
                <a:ea typeface="DejaVu Sans"/>
                <a:cs typeface="DejaVu Sans"/>
              </a:defRPr>
            </a:pPr>
            <a:r>
              <a:rPr sz="1950" b="0">
                <a:solidFill>
                  <a:srgbClr val="4E6266"/>
                </a:solidFill>
                <a:latin typeface="DejaVu Sans"/>
                <a:ea typeface="DejaVu Sans"/>
                <a:cs typeface="DejaVu Sans"/>
              </a:rPr>
              <a:t>[Meeting date]</a:t>
            </a:r>
          </a:p>
        </p:txBody>
      </p:sp>
      <p:sp>
        <p:nvSpPr>
          <p:cNvPr id="4" name="page">
            <a:extLst xmlns:a="http://schemas.openxmlformats.org/drawingml/2006/main">
              <a:ext uri="{FF2B5EF4-FFF2-40B4-BE49-F238E27FC236}">
                <a16:creationId xmlns:a16="http://schemas.microsoft.com/office/drawing/2014/main" id="{A60044F1-7AA1-4AE3-8965-20AA32C7572F}"/>
              </a:ext>
            </a:extLst>
          </p:cNvPr>
          <p:cNvSpPr>
            <a:spLocks xmlns:a="http://schemas.openxmlformats.org/drawingml/2006/main" noGrp="1"/>
          </p:cNvSpPr>
          <p:nvPr/>
        </p:nvSpPr>
        <p:spPr>
          <a:xfrm xmlns:a="http://schemas.openxmlformats.org/drawingml/2006/main">
            <a:off x="10953750" y="62293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4E6266"/>
                </a:solidFill>
                <a:latin typeface="DejaVu Sans"/>
                <a:ea typeface="DejaVu Sans"/>
                <a:cs typeface="DejaVu Sans"/>
              </a:defRPr>
            </a:defPPr>
            <a:lvl1pPr>
              <a:defRPr sz="1275" b="0">
                <a:solidFill>
                  <a:srgbClr val="4E6266"/>
                </a:solidFill>
                <a:latin typeface="DejaVu Sans"/>
                <a:ea typeface="DejaVu Sans"/>
                <a:cs typeface="DejaVu Sans"/>
              </a:defRPr>
            </a:lvl1pPr>
            <a:lvl2pPr>
              <a:defRPr sz="1275" b="0">
                <a:solidFill>
                  <a:srgbClr val="4E6266"/>
                </a:solidFill>
                <a:latin typeface="DejaVu Sans"/>
                <a:ea typeface="DejaVu Sans"/>
                <a:cs typeface="DejaVu Sans"/>
              </a:defRPr>
            </a:lvl2pPr>
            <a:lvl3pPr>
              <a:defRPr sz="1275" b="0">
                <a:solidFill>
                  <a:srgbClr val="4E6266"/>
                </a:solidFill>
                <a:latin typeface="DejaVu Sans"/>
                <a:ea typeface="DejaVu Sans"/>
                <a:cs typeface="DejaVu Sans"/>
              </a:defRPr>
            </a:lvl3pPr>
            <a:lvl4pPr>
              <a:defRPr sz="1275" b="0">
                <a:solidFill>
                  <a:srgbClr val="4E6266"/>
                </a:solidFill>
                <a:latin typeface="DejaVu Sans"/>
                <a:ea typeface="DejaVu Sans"/>
                <a:cs typeface="DejaVu Sans"/>
              </a:defRPr>
            </a:lvl4pPr>
            <a:lvl5pPr>
              <a:defRPr sz="1275" b="0">
                <a:solidFill>
                  <a:srgbClr val="4E6266"/>
                </a:solidFill>
                <a:latin typeface="DejaVu Sans"/>
                <a:ea typeface="DejaVu Sans"/>
                <a:cs typeface="DejaVu Sans"/>
              </a:defRPr>
            </a:lvl5pPr>
            <a:lvl6pPr>
              <a:defRPr sz="1275" b="0">
                <a:solidFill>
                  <a:srgbClr val="4E6266"/>
                </a:solidFill>
                <a:latin typeface="DejaVu Sans"/>
                <a:ea typeface="DejaVu Sans"/>
                <a:cs typeface="DejaVu Sans"/>
              </a:defRPr>
            </a:lvl6pPr>
            <a:lvl7pPr>
              <a:defRPr sz="1275" b="0">
                <a:solidFill>
                  <a:srgbClr val="4E6266"/>
                </a:solidFill>
                <a:latin typeface="DejaVu Sans"/>
                <a:ea typeface="DejaVu Sans"/>
                <a:cs typeface="DejaVu Sans"/>
              </a:defRPr>
            </a:lvl7pPr>
            <a:lvl8pPr>
              <a:defRPr sz="1275" b="0">
                <a:solidFill>
                  <a:srgbClr val="4E6266"/>
                </a:solidFill>
                <a:latin typeface="DejaVu Sans"/>
                <a:ea typeface="DejaVu Sans"/>
                <a:cs typeface="DejaVu Sans"/>
              </a:defRPr>
            </a:lvl8pPr>
            <a:lvl9pPr>
              <a:defRPr sz="1275" b="0">
                <a:solidFill>
                  <a:srgbClr val="4E6266"/>
                </a:solidFill>
                <a:latin typeface="DejaVu Sans"/>
                <a:ea typeface="DejaVu Sans"/>
                <a:cs typeface="DejaVu Sans"/>
              </a:defRPr>
            </a:lvl9pPr>
          </a:lstStyle>
          <a:p xmlns:a="http://schemas.openxmlformats.org/drawingml/2006/main">
            <a:pPr>
              <a:defRPr sz="1275" b="0">
                <a:solidFill>
                  <a:srgbClr val="4E6266"/>
                </a:solidFill>
                <a:latin typeface="DejaVu Sans"/>
                <a:ea typeface="DejaVu Sans"/>
                <a:cs typeface="DejaVu Sans"/>
              </a:defRPr>
            </a:pPr>
            <a:r>
              <a:rPr sz="1275" b="0">
                <a:solidFill>
                  <a:srgbClr val="4E6266"/>
                </a:solidFill>
                <a:latin typeface="DejaVu Sans"/>
                <a:ea typeface="DejaVu Sans"/>
                <a:cs typeface="DejaVu Sans"/>
              </a:rPr>
              <a:t>01</a:t>
            </a:r>
          </a:p>
        </p:txBody>
      </p:sp>
      <p:sp>
        <p:nvSpPr>
          <p:cNvPr id="5" name="meeting-footer">
            <a:extLst xmlns:a="http://schemas.openxmlformats.org/drawingml/2006/main">
              <a:ext uri="{FF2B5EF4-FFF2-40B4-BE49-F238E27FC236}">
                <a16:creationId xmlns:a16="http://schemas.microsoft.com/office/drawing/2014/main" id="{DC07C1A0-19D7-45DD-8824-1C390C379C51}"/>
              </a:ext>
            </a:extLst>
          </p:cNvPr>
          <p:cNvSpPr>
            <a:spLocks xmlns:a="http://schemas.openxmlformats.org/drawingml/2006/main" noGrp="1"/>
          </p:cNvSpPr>
          <p:nvPr/>
        </p:nvSpPr>
        <p:spPr>
          <a:xfrm xmlns:a="http://schemas.openxmlformats.org/drawingml/2006/main">
            <a:off x="685800" y="6229350"/>
            <a:ext cx="904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4E6266"/>
                </a:solidFill>
                <a:latin typeface="DejaVu Sans"/>
                <a:ea typeface="DejaVu Sans"/>
                <a:cs typeface="DejaVu Sans"/>
              </a:defRPr>
            </a:defPPr>
            <a:lvl1pPr>
              <a:defRPr sz="1275" b="0">
                <a:solidFill>
                  <a:srgbClr val="4E6266"/>
                </a:solidFill>
                <a:latin typeface="DejaVu Sans"/>
                <a:ea typeface="DejaVu Sans"/>
                <a:cs typeface="DejaVu Sans"/>
              </a:defRPr>
            </a:lvl1pPr>
            <a:lvl2pPr>
              <a:defRPr sz="1275" b="0">
                <a:solidFill>
                  <a:srgbClr val="4E6266"/>
                </a:solidFill>
                <a:latin typeface="DejaVu Sans"/>
                <a:ea typeface="DejaVu Sans"/>
                <a:cs typeface="DejaVu Sans"/>
              </a:defRPr>
            </a:lvl2pPr>
            <a:lvl3pPr>
              <a:defRPr sz="1275" b="0">
                <a:solidFill>
                  <a:srgbClr val="4E6266"/>
                </a:solidFill>
                <a:latin typeface="DejaVu Sans"/>
                <a:ea typeface="DejaVu Sans"/>
                <a:cs typeface="DejaVu Sans"/>
              </a:defRPr>
            </a:lvl3pPr>
            <a:lvl4pPr>
              <a:defRPr sz="1275" b="0">
                <a:solidFill>
                  <a:srgbClr val="4E6266"/>
                </a:solidFill>
                <a:latin typeface="DejaVu Sans"/>
                <a:ea typeface="DejaVu Sans"/>
                <a:cs typeface="DejaVu Sans"/>
              </a:defRPr>
            </a:lvl4pPr>
            <a:lvl5pPr>
              <a:defRPr sz="1275" b="0">
                <a:solidFill>
                  <a:srgbClr val="4E6266"/>
                </a:solidFill>
                <a:latin typeface="DejaVu Sans"/>
                <a:ea typeface="DejaVu Sans"/>
                <a:cs typeface="DejaVu Sans"/>
              </a:defRPr>
            </a:lvl5pPr>
            <a:lvl6pPr>
              <a:defRPr sz="1275" b="0">
                <a:solidFill>
                  <a:srgbClr val="4E6266"/>
                </a:solidFill>
                <a:latin typeface="DejaVu Sans"/>
                <a:ea typeface="DejaVu Sans"/>
                <a:cs typeface="DejaVu Sans"/>
              </a:defRPr>
            </a:lvl6pPr>
            <a:lvl7pPr>
              <a:defRPr sz="1275" b="0">
                <a:solidFill>
                  <a:srgbClr val="4E6266"/>
                </a:solidFill>
                <a:latin typeface="DejaVu Sans"/>
                <a:ea typeface="DejaVu Sans"/>
                <a:cs typeface="DejaVu Sans"/>
              </a:defRPr>
            </a:lvl7pPr>
            <a:lvl8pPr>
              <a:defRPr sz="1275" b="0">
                <a:solidFill>
                  <a:srgbClr val="4E6266"/>
                </a:solidFill>
                <a:latin typeface="DejaVu Sans"/>
                <a:ea typeface="DejaVu Sans"/>
                <a:cs typeface="DejaVu Sans"/>
              </a:defRPr>
            </a:lvl8pPr>
            <a:lvl9pPr>
              <a:defRPr sz="1275" b="0">
                <a:solidFill>
                  <a:srgbClr val="4E6266"/>
                </a:solidFill>
                <a:latin typeface="DejaVu Sans"/>
                <a:ea typeface="DejaVu Sans"/>
                <a:cs typeface="DejaVu Sans"/>
              </a:defRPr>
            </a:lvl9pPr>
          </a:lstStyle>
          <a:p xmlns:a="http://schemas.openxmlformats.org/drawingml/2006/main">
            <a:pPr>
              <a:defRPr sz="1275" b="0">
                <a:solidFill>
                  <a:srgbClr val="4E6266"/>
                </a:solidFill>
                <a:latin typeface="DejaVu Sans"/>
                <a:ea typeface="DejaVu Sans"/>
                <a:cs typeface="DejaVu Sans"/>
              </a:defRPr>
            </a:pPr>
            <a:r>
              <a:rPr sz="1275" b="0">
                <a:solidFill>
                  <a:srgbClr val="4E6266"/>
                </a:solidFill>
                <a:latin typeface="DejaVu Sans"/>
                <a:ea typeface="DejaVu Sans"/>
                <a:cs typeface="DejaVu Sans"/>
              </a:rPr>
              <a:t>[TEAM NAME]   /   [MEETING DATE]</a:t>
            </a:r>
          </a:p>
        </p:txBody>
      </p:sp>
      <p:sp>
        <p:nvSpPr>
          <p:cNvPr id="6" name="agenda">
            <a:extLst xmlns:a="http://schemas.openxmlformats.org/drawingml/2006/main">
              <a:ext uri="{FF2B5EF4-FFF2-40B4-BE49-F238E27FC236}">
                <a16:creationId xmlns:a16="http://schemas.microsoft.com/office/drawing/2014/main" id="{D4EFF941-C4EB-4B02-9CC0-BCBFF3F0B4FE}"/>
              </a:ext>
            </a:extLst>
          </p:cNvPr>
          <p:cNvSpPr>
            <a:spLocks xmlns:a="http://schemas.openxmlformats.org/drawingml/2006/main" noGrp="1"/>
          </p:cNvSpPr>
          <p:nvPr/>
        </p:nvSpPr>
        <p:spPr>
          <a:xfrm xmlns:a="http://schemas.openxmlformats.org/drawingml/2006/main">
            <a:off x="685800" y="4267200"/>
            <a:ext cx="8096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0">
                <a:solidFill>
                  <a:srgbClr val="122D33"/>
                </a:solidFill>
                <a:latin typeface="DejaVu Sans"/>
                <a:ea typeface="DejaVu Sans"/>
                <a:cs typeface="DejaVu Sans"/>
              </a:defRPr>
            </a:defPPr>
            <a:lvl1pPr>
              <a:defRPr sz="2250" b="0">
                <a:solidFill>
                  <a:srgbClr val="122D33"/>
                </a:solidFill>
                <a:latin typeface="DejaVu Sans"/>
                <a:ea typeface="DejaVu Sans"/>
                <a:cs typeface="DejaVu Sans"/>
              </a:defRPr>
            </a:lvl1pPr>
            <a:lvl2pPr>
              <a:defRPr sz="2250" b="0">
                <a:solidFill>
                  <a:srgbClr val="122D33"/>
                </a:solidFill>
                <a:latin typeface="DejaVu Sans"/>
                <a:ea typeface="DejaVu Sans"/>
                <a:cs typeface="DejaVu Sans"/>
              </a:defRPr>
            </a:lvl2pPr>
            <a:lvl3pPr>
              <a:defRPr sz="2250" b="0">
                <a:solidFill>
                  <a:srgbClr val="122D33"/>
                </a:solidFill>
                <a:latin typeface="DejaVu Sans"/>
                <a:ea typeface="DejaVu Sans"/>
                <a:cs typeface="DejaVu Sans"/>
              </a:defRPr>
            </a:lvl3pPr>
            <a:lvl4pPr>
              <a:defRPr sz="2250" b="0">
                <a:solidFill>
                  <a:srgbClr val="122D33"/>
                </a:solidFill>
                <a:latin typeface="DejaVu Sans"/>
                <a:ea typeface="DejaVu Sans"/>
                <a:cs typeface="DejaVu Sans"/>
              </a:defRPr>
            </a:lvl4pPr>
            <a:lvl5pPr>
              <a:defRPr sz="2250" b="0">
                <a:solidFill>
                  <a:srgbClr val="122D33"/>
                </a:solidFill>
                <a:latin typeface="DejaVu Sans"/>
                <a:ea typeface="DejaVu Sans"/>
                <a:cs typeface="DejaVu Sans"/>
              </a:defRPr>
            </a:lvl5pPr>
            <a:lvl6pPr>
              <a:defRPr sz="2250" b="0">
                <a:solidFill>
                  <a:srgbClr val="122D33"/>
                </a:solidFill>
                <a:latin typeface="DejaVu Sans"/>
                <a:ea typeface="DejaVu Sans"/>
                <a:cs typeface="DejaVu Sans"/>
              </a:defRPr>
            </a:lvl6pPr>
            <a:lvl7pPr>
              <a:defRPr sz="2250" b="0">
                <a:solidFill>
                  <a:srgbClr val="122D33"/>
                </a:solidFill>
                <a:latin typeface="DejaVu Sans"/>
                <a:ea typeface="DejaVu Sans"/>
                <a:cs typeface="DejaVu Sans"/>
              </a:defRPr>
            </a:lvl7pPr>
            <a:lvl8pPr>
              <a:defRPr sz="2250" b="0">
                <a:solidFill>
                  <a:srgbClr val="122D33"/>
                </a:solidFill>
                <a:latin typeface="DejaVu Sans"/>
                <a:ea typeface="DejaVu Sans"/>
                <a:cs typeface="DejaVu Sans"/>
              </a:defRPr>
            </a:lvl8pPr>
            <a:lvl9pPr>
              <a:defRPr sz="2250" b="0">
                <a:solidFill>
                  <a:srgbClr val="122D33"/>
                </a:solidFill>
                <a:latin typeface="DejaVu Sans"/>
                <a:ea typeface="DejaVu Sans"/>
                <a:cs typeface="DejaVu Sans"/>
              </a:defRPr>
            </a:lvl9pPr>
          </a:lstStyle>
          <a:p xmlns:a="http://schemas.openxmlformats.org/drawingml/2006/main">
            <a:pPr>
              <a:defRPr sz="2250" b="0">
                <a:solidFill>
                  <a:srgbClr val="122D33"/>
                </a:solidFill>
                <a:latin typeface="DejaVu Sans"/>
                <a:ea typeface="DejaVu Sans"/>
                <a:cs typeface="DejaVu Sans"/>
              </a:defRPr>
            </a:pPr>
            <a:r>
              <a:rPr sz="2250" b="0">
                <a:solidFill>
                  <a:srgbClr val="122D33"/>
                </a:solidFill>
                <a:latin typeface="DejaVu Sans"/>
                <a:ea typeface="DejaVu Sans"/>
                <a:cs typeface="DejaVu Sans"/>
              </a:rPr>
              <a:t>Five presenter updates</a:t>
            </a:r>
          </a:p>
          <a:p xmlns:a="http://schemas.openxmlformats.org/drawingml/2006/main">
            <a:pPr>
              <a:defRPr sz="2250" b="0">
                <a:solidFill>
                  <a:srgbClr val="122D33"/>
                </a:solidFill>
                <a:latin typeface="DejaVu Sans"/>
                <a:ea typeface="DejaVu Sans"/>
                <a:cs typeface="DejaVu Sans"/>
              </a:defRPr>
            </a:pPr>
            <a:r>
              <a:rPr sz="2250" b="0">
                <a:solidFill>
                  <a:srgbClr val="122D33"/>
                </a:solidFill>
                <a:latin typeface="DejaVu Sans"/>
                <a:ea typeface="DejaVu Sans"/>
                <a:cs typeface="DejaVu Sans"/>
              </a:rPr>
              <a:t>Decisions and follow-up</a:t>
            </a:r>
          </a:p>
        </p:txBody>
      </p:sp>
    </p:spTree>
    <p:extLst>
      <p:ext uri="{BB962C8B-B14F-4D97-AF65-F5344CB8AC3E}">
        <p14:creationId xmlns:p14="http://schemas.microsoft.com/office/powerpoint/2010/main" val="1408682672"/>
      </p:ext>
    </p:extLst>
  </p:cSld>
</p:sld>
</file>

<file path=ppt/slides/slide2.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12" name="label">
            <a:extLst xmlns:a="http://schemas.openxmlformats.org/drawingml/2006/main">
              <a:ext uri="{FF2B5EF4-FFF2-40B4-BE49-F238E27FC236}">
                <a16:creationId xmlns:a16="http://schemas.microsoft.com/office/drawing/2014/main" id="{507D3305-0838-4F83-A1A7-829EDD491F77}"/>
              </a:ext>
            </a:extLst>
          </p:cNvPr>
          <p:cNvSpPr>
            <a:spLocks xmlns:a="http://schemas.openxmlformats.org/drawingml/2006/main" noGrp="1"/>
          </p:cNvSpPr>
          <p:nvPr/>
        </p:nvSpPr>
        <p:spPr>
          <a:xfrm xmlns:a="http://schemas.openxmlformats.org/drawingml/2006/main">
            <a:off x="685800" y="457200"/>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087E75"/>
                </a:solidFill>
                <a:latin typeface="DejaVu Sans"/>
                <a:ea typeface="DejaVu Sans"/>
                <a:cs typeface="DejaVu Sans"/>
              </a:defRPr>
            </a:defPPr>
            <a:lvl1pPr>
              <a:defRPr sz="1275" b="1">
                <a:solidFill>
                  <a:srgbClr val="087E75"/>
                </a:solidFill>
                <a:latin typeface="DejaVu Sans"/>
                <a:ea typeface="DejaVu Sans"/>
                <a:cs typeface="DejaVu Sans"/>
              </a:defRPr>
            </a:lvl1pPr>
            <a:lvl2pPr>
              <a:defRPr sz="1275" b="1">
                <a:solidFill>
                  <a:srgbClr val="087E75"/>
                </a:solidFill>
                <a:latin typeface="DejaVu Sans"/>
                <a:ea typeface="DejaVu Sans"/>
                <a:cs typeface="DejaVu Sans"/>
              </a:defRPr>
            </a:lvl2pPr>
            <a:lvl3pPr>
              <a:defRPr sz="1275" b="1">
                <a:solidFill>
                  <a:srgbClr val="087E75"/>
                </a:solidFill>
                <a:latin typeface="DejaVu Sans"/>
                <a:ea typeface="DejaVu Sans"/>
                <a:cs typeface="DejaVu Sans"/>
              </a:defRPr>
            </a:lvl3pPr>
            <a:lvl4pPr>
              <a:defRPr sz="1275" b="1">
                <a:solidFill>
                  <a:srgbClr val="087E75"/>
                </a:solidFill>
                <a:latin typeface="DejaVu Sans"/>
                <a:ea typeface="DejaVu Sans"/>
                <a:cs typeface="DejaVu Sans"/>
              </a:defRPr>
            </a:lvl4pPr>
            <a:lvl5pPr>
              <a:defRPr sz="1275" b="1">
                <a:solidFill>
                  <a:srgbClr val="087E75"/>
                </a:solidFill>
                <a:latin typeface="DejaVu Sans"/>
                <a:ea typeface="DejaVu Sans"/>
                <a:cs typeface="DejaVu Sans"/>
              </a:defRPr>
            </a:lvl5pPr>
            <a:lvl6pPr>
              <a:defRPr sz="1275" b="1">
                <a:solidFill>
                  <a:srgbClr val="087E75"/>
                </a:solidFill>
                <a:latin typeface="DejaVu Sans"/>
                <a:ea typeface="DejaVu Sans"/>
                <a:cs typeface="DejaVu Sans"/>
              </a:defRPr>
            </a:lvl6pPr>
            <a:lvl7pPr>
              <a:defRPr sz="1275" b="1">
                <a:solidFill>
                  <a:srgbClr val="087E75"/>
                </a:solidFill>
                <a:latin typeface="DejaVu Sans"/>
                <a:ea typeface="DejaVu Sans"/>
                <a:cs typeface="DejaVu Sans"/>
              </a:defRPr>
            </a:lvl7pPr>
            <a:lvl8pPr>
              <a:defRPr sz="1275" b="1">
                <a:solidFill>
                  <a:srgbClr val="087E75"/>
                </a:solidFill>
                <a:latin typeface="DejaVu Sans"/>
                <a:ea typeface="DejaVu Sans"/>
                <a:cs typeface="DejaVu Sans"/>
              </a:defRPr>
            </a:lvl8pPr>
            <a:lvl9pPr>
              <a:defRPr sz="1275" b="1">
                <a:solidFill>
                  <a:srgbClr val="087E75"/>
                </a:solidFill>
                <a:latin typeface="DejaVu Sans"/>
                <a:ea typeface="DejaVu Sans"/>
                <a:cs typeface="DejaVu Sans"/>
              </a:defRPr>
            </a:lvl9pPr>
          </a:lstStyle>
          <a:p xmlns:a="http://schemas.openxmlformats.org/drawingml/2006/main">
            <a:pPr>
              <a:defRPr sz="1275" b="1">
                <a:solidFill>
                  <a:srgbClr val="087E75"/>
                </a:solidFill>
                <a:latin typeface="DejaVu Sans"/>
                <a:ea typeface="DejaVu Sans"/>
                <a:cs typeface="DejaVu Sans"/>
              </a:defRPr>
            </a:pPr>
            <a:r>
              <a:rPr sz="1275" b="1">
                <a:solidFill>
                  <a:srgbClr val="087E75"/>
                </a:solidFill>
                <a:latin typeface="DejaVu Sans"/>
                <a:ea typeface="DejaVu Sans"/>
                <a:cs typeface="DejaVu Sans"/>
              </a:rPr>
              <a:t>PRESENTER UPDATE</a:t>
            </a:r>
          </a:p>
        </p:txBody>
      </p:sp>
      <p:sp>
        <p:nvSpPr>
          <p:cNvPr id="2" name="title">
            <a:extLst xmlns:a="http://schemas.openxmlformats.org/drawingml/2006/main">
              <a:ext uri="{FF2B5EF4-FFF2-40B4-BE49-F238E27FC236}">
                <a16:creationId xmlns:a16="http://schemas.microsoft.com/office/drawing/2014/main" id="{A6790CE1-69CB-448E-AA16-B31D86A07E9D}"/>
              </a:ext>
            </a:extLst>
          </p:cNvPr>
          <p:cNvSpPr>
            <a:spLocks xmlns:a="http://schemas.openxmlformats.org/drawingml/2006/main" noGrp="1"/>
          </p:cNvSpPr>
          <p:nvPr/>
        </p:nvSpPr>
        <p:spPr>
          <a:xfrm xmlns:a="http://schemas.openxmlformats.org/drawingml/2006/main">
            <a:off x="685800" y="1257300"/>
            <a:ext cx="8001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800" b="1">
                <a:solidFill>
                  <a:srgbClr val="122D33"/>
                </a:solidFill>
                <a:latin typeface="DejaVu Sans"/>
                <a:ea typeface="DejaVu Sans"/>
                <a:cs typeface="DejaVu Sans"/>
              </a:defRPr>
            </a:defPPr>
            <a:lvl1pPr>
              <a:defRPr sz="4800" b="1">
                <a:solidFill>
                  <a:srgbClr val="122D33"/>
                </a:solidFill>
                <a:latin typeface="DejaVu Sans"/>
                <a:ea typeface="DejaVu Sans"/>
                <a:cs typeface="DejaVu Sans"/>
              </a:defRPr>
            </a:lvl1pPr>
            <a:lvl2pPr>
              <a:defRPr sz="4800" b="1">
                <a:solidFill>
                  <a:srgbClr val="122D33"/>
                </a:solidFill>
                <a:latin typeface="DejaVu Sans"/>
                <a:ea typeface="DejaVu Sans"/>
                <a:cs typeface="DejaVu Sans"/>
              </a:defRPr>
            </a:lvl2pPr>
            <a:lvl3pPr>
              <a:defRPr sz="4800" b="1">
                <a:solidFill>
                  <a:srgbClr val="122D33"/>
                </a:solidFill>
                <a:latin typeface="DejaVu Sans"/>
                <a:ea typeface="DejaVu Sans"/>
                <a:cs typeface="DejaVu Sans"/>
              </a:defRPr>
            </a:lvl3pPr>
            <a:lvl4pPr>
              <a:defRPr sz="4800" b="1">
                <a:solidFill>
                  <a:srgbClr val="122D33"/>
                </a:solidFill>
                <a:latin typeface="DejaVu Sans"/>
                <a:ea typeface="DejaVu Sans"/>
                <a:cs typeface="DejaVu Sans"/>
              </a:defRPr>
            </a:lvl4pPr>
            <a:lvl5pPr>
              <a:defRPr sz="4800" b="1">
                <a:solidFill>
                  <a:srgbClr val="122D33"/>
                </a:solidFill>
                <a:latin typeface="DejaVu Sans"/>
                <a:ea typeface="DejaVu Sans"/>
                <a:cs typeface="DejaVu Sans"/>
              </a:defRPr>
            </a:lvl5pPr>
            <a:lvl6pPr>
              <a:defRPr sz="4800" b="1">
                <a:solidFill>
                  <a:srgbClr val="122D33"/>
                </a:solidFill>
                <a:latin typeface="DejaVu Sans"/>
                <a:ea typeface="DejaVu Sans"/>
                <a:cs typeface="DejaVu Sans"/>
              </a:defRPr>
            </a:lvl6pPr>
            <a:lvl7pPr>
              <a:defRPr sz="4800" b="1">
                <a:solidFill>
                  <a:srgbClr val="122D33"/>
                </a:solidFill>
                <a:latin typeface="DejaVu Sans"/>
                <a:ea typeface="DejaVu Sans"/>
                <a:cs typeface="DejaVu Sans"/>
              </a:defRPr>
            </a:lvl7pPr>
            <a:lvl8pPr>
              <a:defRPr sz="4800" b="1">
                <a:solidFill>
                  <a:srgbClr val="122D33"/>
                </a:solidFill>
                <a:latin typeface="DejaVu Sans"/>
                <a:ea typeface="DejaVu Sans"/>
                <a:cs typeface="DejaVu Sans"/>
              </a:defRPr>
            </a:lvl8pPr>
            <a:lvl9pPr>
              <a:defRPr sz="4800" b="1">
                <a:solidFill>
                  <a:srgbClr val="122D33"/>
                </a:solidFill>
                <a:latin typeface="DejaVu Sans"/>
                <a:ea typeface="DejaVu Sans"/>
                <a:cs typeface="DejaVu Sans"/>
              </a:defRPr>
            </a:lvl9pPr>
          </a:lstStyle>
          <a:p xmlns:a="http://schemas.openxmlformats.org/drawingml/2006/main">
            <a:pPr>
              <a:defRPr sz="4800" b="1">
                <a:solidFill>
                  <a:srgbClr val="122D33"/>
                </a:solidFill>
                <a:latin typeface="DejaVu Sans"/>
                <a:ea typeface="DejaVu Sans"/>
                <a:cs typeface="DejaVu Sans"/>
              </a:defRPr>
            </a:pPr>
            <a:r>
              <a:rPr sz="4800" b="1">
                <a:solidFill>
                  <a:srgbClr val="122D33"/>
                </a:solidFill>
                <a:latin typeface="DejaVu Sans"/>
                <a:ea typeface="DejaVu Sans"/>
                <a:cs typeface="DejaVu Sans"/>
              </a:rPr>
              <a:t>[Presenter 1]</a:t>
            </a:r>
          </a:p>
        </p:txBody>
      </p:sp>
      <p:sp>
        <p:nvSpPr>
          <p:cNvPr id="3" name="subtitle">
            <a:extLst xmlns:a="http://schemas.openxmlformats.org/drawingml/2006/main">
              <a:ext uri="{FF2B5EF4-FFF2-40B4-BE49-F238E27FC236}">
                <a16:creationId xmlns:a16="http://schemas.microsoft.com/office/drawing/2014/main" id="{E2C767A0-25CF-4A51-A4BF-852066A251DC}"/>
              </a:ext>
            </a:extLst>
          </p:cNvPr>
          <p:cNvSpPr>
            <a:spLocks xmlns:a="http://schemas.openxmlformats.org/drawingml/2006/main" noGrp="1"/>
          </p:cNvSpPr>
          <p:nvPr/>
        </p:nvSpPr>
        <p:spPr>
          <a:xfrm xmlns:a="http://schemas.openxmlformats.org/drawingml/2006/main">
            <a:off x="685800" y="2828925"/>
            <a:ext cx="7810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4E6266"/>
                </a:solidFill>
                <a:latin typeface="DejaVu Sans"/>
                <a:ea typeface="DejaVu Sans"/>
                <a:cs typeface="DejaVu Sans"/>
              </a:defRPr>
            </a:defPPr>
            <a:lvl1pPr>
              <a:defRPr sz="1950" b="0">
                <a:solidFill>
                  <a:srgbClr val="4E6266"/>
                </a:solidFill>
                <a:latin typeface="DejaVu Sans"/>
                <a:ea typeface="DejaVu Sans"/>
                <a:cs typeface="DejaVu Sans"/>
              </a:defRPr>
            </a:lvl1pPr>
            <a:lvl2pPr>
              <a:defRPr sz="1950" b="0">
                <a:solidFill>
                  <a:srgbClr val="4E6266"/>
                </a:solidFill>
                <a:latin typeface="DejaVu Sans"/>
                <a:ea typeface="DejaVu Sans"/>
                <a:cs typeface="DejaVu Sans"/>
              </a:defRPr>
            </a:lvl2pPr>
            <a:lvl3pPr>
              <a:defRPr sz="1950" b="0">
                <a:solidFill>
                  <a:srgbClr val="4E6266"/>
                </a:solidFill>
                <a:latin typeface="DejaVu Sans"/>
                <a:ea typeface="DejaVu Sans"/>
                <a:cs typeface="DejaVu Sans"/>
              </a:defRPr>
            </a:lvl3pPr>
            <a:lvl4pPr>
              <a:defRPr sz="1950" b="0">
                <a:solidFill>
                  <a:srgbClr val="4E6266"/>
                </a:solidFill>
                <a:latin typeface="DejaVu Sans"/>
                <a:ea typeface="DejaVu Sans"/>
                <a:cs typeface="DejaVu Sans"/>
              </a:defRPr>
            </a:lvl4pPr>
            <a:lvl5pPr>
              <a:defRPr sz="1950" b="0">
                <a:solidFill>
                  <a:srgbClr val="4E6266"/>
                </a:solidFill>
                <a:latin typeface="DejaVu Sans"/>
                <a:ea typeface="DejaVu Sans"/>
                <a:cs typeface="DejaVu Sans"/>
              </a:defRPr>
            </a:lvl5pPr>
            <a:lvl6pPr>
              <a:defRPr sz="1950" b="0">
                <a:solidFill>
                  <a:srgbClr val="4E6266"/>
                </a:solidFill>
                <a:latin typeface="DejaVu Sans"/>
                <a:ea typeface="DejaVu Sans"/>
                <a:cs typeface="DejaVu Sans"/>
              </a:defRPr>
            </a:lvl6pPr>
            <a:lvl7pPr>
              <a:defRPr sz="1950" b="0">
                <a:solidFill>
                  <a:srgbClr val="4E6266"/>
                </a:solidFill>
                <a:latin typeface="DejaVu Sans"/>
                <a:ea typeface="DejaVu Sans"/>
                <a:cs typeface="DejaVu Sans"/>
              </a:defRPr>
            </a:lvl7pPr>
            <a:lvl8pPr>
              <a:defRPr sz="1950" b="0">
                <a:solidFill>
                  <a:srgbClr val="4E6266"/>
                </a:solidFill>
                <a:latin typeface="DejaVu Sans"/>
                <a:ea typeface="DejaVu Sans"/>
                <a:cs typeface="DejaVu Sans"/>
              </a:defRPr>
            </a:lvl8pPr>
            <a:lvl9pPr>
              <a:defRPr sz="1950" b="0">
                <a:solidFill>
                  <a:srgbClr val="4E6266"/>
                </a:solidFill>
                <a:latin typeface="DejaVu Sans"/>
                <a:ea typeface="DejaVu Sans"/>
                <a:cs typeface="DejaVu Sans"/>
              </a:defRPr>
            </a:lvl9pPr>
          </a:lstStyle>
          <a:p xmlns:a="http://schemas.openxmlformats.org/drawingml/2006/main">
            <a:pPr>
              <a:defRPr sz="1950" b="0">
                <a:solidFill>
                  <a:srgbClr val="4E6266"/>
                </a:solidFill>
                <a:latin typeface="DejaVu Sans"/>
                <a:ea typeface="DejaVu Sans"/>
                <a:cs typeface="DejaVu Sans"/>
              </a:defRPr>
            </a:pPr>
            <a:r>
              <a:rPr sz="1950" b="0">
                <a:solidFill>
                  <a:srgbClr val="4E6266"/>
                </a:solidFill>
                <a:latin typeface="DejaVu Sans"/>
                <a:ea typeface="DejaVu Sans"/>
                <a:cs typeface="DejaVu Sans"/>
              </a:rPr>
              <a:t>[One sentence about what changed]</a:t>
            </a:r>
          </a:p>
        </p:txBody>
      </p:sp>
      <p:sp>
        <p:nvSpPr>
          <p:cNvPr id="4" name="page">
            <a:extLst xmlns:a="http://schemas.openxmlformats.org/drawingml/2006/main">
              <a:ext uri="{FF2B5EF4-FFF2-40B4-BE49-F238E27FC236}">
                <a16:creationId xmlns:a16="http://schemas.microsoft.com/office/drawing/2014/main" id="{F1D9F2BB-6294-498C-A4C0-EBD55A6F1ED5}"/>
              </a:ext>
            </a:extLst>
          </p:cNvPr>
          <p:cNvSpPr>
            <a:spLocks xmlns:a="http://schemas.openxmlformats.org/drawingml/2006/main" noGrp="1"/>
          </p:cNvSpPr>
          <p:nvPr/>
        </p:nvSpPr>
        <p:spPr>
          <a:xfrm xmlns:a="http://schemas.openxmlformats.org/drawingml/2006/main">
            <a:off x="10953750" y="62293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4E6266"/>
                </a:solidFill>
                <a:latin typeface="DejaVu Sans"/>
                <a:ea typeface="DejaVu Sans"/>
                <a:cs typeface="DejaVu Sans"/>
              </a:defRPr>
            </a:defPPr>
            <a:lvl1pPr>
              <a:defRPr sz="1275" b="0">
                <a:solidFill>
                  <a:srgbClr val="4E6266"/>
                </a:solidFill>
                <a:latin typeface="DejaVu Sans"/>
                <a:ea typeface="DejaVu Sans"/>
                <a:cs typeface="DejaVu Sans"/>
              </a:defRPr>
            </a:lvl1pPr>
            <a:lvl2pPr>
              <a:defRPr sz="1275" b="0">
                <a:solidFill>
                  <a:srgbClr val="4E6266"/>
                </a:solidFill>
                <a:latin typeface="DejaVu Sans"/>
                <a:ea typeface="DejaVu Sans"/>
                <a:cs typeface="DejaVu Sans"/>
              </a:defRPr>
            </a:lvl2pPr>
            <a:lvl3pPr>
              <a:defRPr sz="1275" b="0">
                <a:solidFill>
                  <a:srgbClr val="4E6266"/>
                </a:solidFill>
                <a:latin typeface="DejaVu Sans"/>
                <a:ea typeface="DejaVu Sans"/>
                <a:cs typeface="DejaVu Sans"/>
              </a:defRPr>
            </a:lvl3pPr>
            <a:lvl4pPr>
              <a:defRPr sz="1275" b="0">
                <a:solidFill>
                  <a:srgbClr val="4E6266"/>
                </a:solidFill>
                <a:latin typeface="DejaVu Sans"/>
                <a:ea typeface="DejaVu Sans"/>
                <a:cs typeface="DejaVu Sans"/>
              </a:defRPr>
            </a:lvl4pPr>
            <a:lvl5pPr>
              <a:defRPr sz="1275" b="0">
                <a:solidFill>
                  <a:srgbClr val="4E6266"/>
                </a:solidFill>
                <a:latin typeface="DejaVu Sans"/>
                <a:ea typeface="DejaVu Sans"/>
                <a:cs typeface="DejaVu Sans"/>
              </a:defRPr>
            </a:lvl5pPr>
            <a:lvl6pPr>
              <a:defRPr sz="1275" b="0">
                <a:solidFill>
                  <a:srgbClr val="4E6266"/>
                </a:solidFill>
                <a:latin typeface="DejaVu Sans"/>
                <a:ea typeface="DejaVu Sans"/>
                <a:cs typeface="DejaVu Sans"/>
              </a:defRPr>
            </a:lvl6pPr>
            <a:lvl7pPr>
              <a:defRPr sz="1275" b="0">
                <a:solidFill>
                  <a:srgbClr val="4E6266"/>
                </a:solidFill>
                <a:latin typeface="DejaVu Sans"/>
                <a:ea typeface="DejaVu Sans"/>
                <a:cs typeface="DejaVu Sans"/>
              </a:defRPr>
            </a:lvl7pPr>
            <a:lvl8pPr>
              <a:defRPr sz="1275" b="0">
                <a:solidFill>
                  <a:srgbClr val="4E6266"/>
                </a:solidFill>
                <a:latin typeface="DejaVu Sans"/>
                <a:ea typeface="DejaVu Sans"/>
                <a:cs typeface="DejaVu Sans"/>
              </a:defRPr>
            </a:lvl8pPr>
            <a:lvl9pPr>
              <a:defRPr sz="1275" b="0">
                <a:solidFill>
                  <a:srgbClr val="4E6266"/>
                </a:solidFill>
                <a:latin typeface="DejaVu Sans"/>
                <a:ea typeface="DejaVu Sans"/>
                <a:cs typeface="DejaVu Sans"/>
              </a:defRPr>
            </a:lvl9pPr>
          </a:lstStyle>
          <a:p xmlns:a="http://schemas.openxmlformats.org/drawingml/2006/main">
            <a:pPr>
              <a:defRPr sz="1275" b="0">
                <a:solidFill>
                  <a:srgbClr val="4E6266"/>
                </a:solidFill>
                <a:latin typeface="DejaVu Sans"/>
                <a:ea typeface="DejaVu Sans"/>
                <a:cs typeface="DejaVu Sans"/>
              </a:defRPr>
            </a:pPr>
            <a:r>
              <a:rPr sz="1275" b="0">
                <a:solidFill>
                  <a:srgbClr val="4E6266"/>
                </a:solidFill>
                <a:latin typeface="DejaVu Sans"/>
                <a:ea typeface="DejaVu Sans"/>
                <a:cs typeface="DejaVu Sans"/>
              </a:rPr>
              <a:t>02</a:t>
            </a:r>
          </a:p>
        </p:txBody>
      </p:sp>
      <p:sp>
        <p:nvSpPr>
          <p:cNvPr id="5" name="meeting-footer">
            <a:extLst xmlns:a="http://schemas.openxmlformats.org/drawingml/2006/main">
              <a:ext uri="{FF2B5EF4-FFF2-40B4-BE49-F238E27FC236}">
                <a16:creationId xmlns:a16="http://schemas.microsoft.com/office/drawing/2014/main" id="{C8335611-10F9-4B11-BE9E-580CD9334EC1}"/>
              </a:ext>
            </a:extLst>
          </p:cNvPr>
          <p:cNvSpPr>
            <a:spLocks xmlns:a="http://schemas.openxmlformats.org/drawingml/2006/main" noGrp="1"/>
          </p:cNvSpPr>
          <p:nvPr/>
        </p:nvSpPr>
        <p:spPr>
          <a:xfrm xmlns:a="http://schemas.openxmlformats.org/drawingml/2006/main">
            <a:off x="685800" y="6229350"/>
            <a:ext cx="904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4E6266"/>
                </a:solidFill>
                <a:latin typeface="DejaVu Sans"/>
                <a:ea typeface="DejaVu Sans"/>
                <a:cs typeface="DejaVu Sans"/>
              </a:defRPr>
            </a:defPPr>
            <a:lvl1pPr>
              <a:defRPr sz="1275" b="0">
                <a:solidFill>
                  <a:srgbClr val="4E6266"/>
                </a:solidFill>
                <a:latin typeface="DejaVu Sans"/>
                <a:ea typeface="DejaVu Sans"/>
                <a:cs typeface="DejaVu Sans"/>
              </a:defRPr>
            </a:lvl1pPr>
            <a:lvl2pPr>
              <a:defRPr sz="1275" b="0">
                <a:solidFill>
                  <a:srgbClr val="4E6266"/>
                </a:solidFill>
                <a:latin typeface="DejaVu Sans"/>
                <a:ea typeface="DejaVu Sans"/>
                <a:cs typeface="DejaVu Sans"/>
              </a:defRPr>
            </a:lvl2pPr>
            <a:lvl3pPr>
              <a:defRPr sz="1275" b="0">
                <a:solidFill>
                  <a:srgbClr val="4E6266"/>
                </a:solidFill>
                <a:latin typeface="DejaVu Sans"/>
                <a:ea typeface="DejaVu Sans"/>
                <a:cs typeface="DejaVu Sans"/>
              </a:defRPr>
            </a:lvl3pPr>
            <a:lvl4pPr>
              <a:defRPr sz="1275" b="0">
                <a:solidFill>
                  <a:srgbClr val="4E6266"/>
                </a:solidFill>
                <a:latin typeface="DejaVu Sans"/>
                <a:ea typeface="DejaVu Sans"/>
                <a:cs typeface="DejaVu Sans"/>
              </a:defRPr>
            </a:lvl4pPr>
            <a:lvl5pPr>
              <a:defRPr sz="1275" b="0">
                <a:solidFill>
                  <a:srgbClr val="4E6266"/>
                </a:solidFill>
                <a:latin typeface="DejaVu Sans"/>
                <a:ea typeface="DejaVu Sans"/>
                <a:cs typeface="DejaVu Sans"/>
              </a:defRPr>
            </a:lvl5pPr>
            <a:lvl6pPr>
              <a:defRPr sz="1275" b="0">
                <a:solidFill>
                  <a:srgbClr val="4E6266"/>
                </a:solidFill>
                <a:latin typeface="DejaVu Sans"/>
                <a:ea typeface="DejaVu Sans"/>
                <a:cs typeface="DejaVu Sans"/>
              </a:defRPr>
            </a:lvl6pPr>
            <a:lvl7pPr>
              <a:defRPr sz="1275" b="0">
                <a:solidFill>
                  <a:srgbClr val="4E6266"/>
                </a:solidFill>
                <a:latin typeface="DejaVu Sans"/>
                <a:ea typeface="DejaVu Sans"/>
                <a:cs typeface="DejaVu Sans"/>
              </a:defRPr>
            </a:lvl7pPr>
            <a:lvl8pPr>
              <a:defRPr sz="1275" b="0">
                <a:solidFill>
                  <a:srgbClr val="4E6266"/>
                </a:solidFill>
                <a:latin typeface="DejaVu Sans"/>
                <a:ea typeface="DejaVu Sans"/>
                <a:cs typeface="DejaVu Sans"/>
              </a:defRPr>
            </a:lvl8pPr>
            <a:lvl9pPr>
              <a:defRPr sz="1275" b="0">
                <a:solidFill>
                  <a:srgbClr val="4E6266"/>
                </a:solidFill>
                <a:latin typeface="DejaVu Sans"/>
                <a:ea typeface="DejaVu Sans"/>
                <a:cs typeface="DejaVu Sans"/>
              </a:defRPr>
            </a:lvl9pPr>
          </a:lstStyle>
          <a:p xmlns:a="http://schemas.openxmlformats.org/drawingml/2006/main">
            <a:pPr>
              <a:defRPr sz="1275" b="0">
                <a:solidFill>
                  <a:srgbClr val="4E6266"/>
                </a:solidFill>
                <a:latin typeface="DejaVu Sans"/>
                <a:ea typeface="DejaVu Sans"/>
                <a:cs typeface="DejaVu Sans"/>
              </a:defRPr>
            </a:pPr>
            <a:r>
              <a:rPr sz="1275" b="0">
                <a:solidFill>
                  <a:srgbClr val="4E6266"/>
                </a:solidFill>
                <a:latin typeface="DejaVu Sans"/>
                <a:ea typeface="DejaVu Sans"/>
                <a:cs typeface="DejaVu Sans"/>
              </a:rPr>
              <a:t>[TEAM NAME]   /   [MEETING DATE]</a:t>
            </a:r>
          </a:p>
        </p:txBody>
      </p:sp>
      <p:sp>
        <p:nvSpPr>
          <p:cNvPr id="6" name="prompt-0">
            <a:extLst xmlns:a="http://schemas.openxmlformats.org/drawingml/2006/main">
              <a:ext uri="{FF2B5EF4-FFF2-40B4-BE49-F238E27FC236}">
                <a16:creationId xmlns:a16="http://schemas.microsoft.com/office/drawing/2014/main" id="{F70E5734-2A44-41DC-A4F1-8C2D552D9AA9}"/>
              </a:ext>
            </a:extLst>
          </p:cNvPr>
          <p:cNvSpPr>
            <a:spLocks xmlns:a="http://schemas.openxmlformats.org/drawingml/2006/main" noGrp="1"/>
          </p:cNvSpPr>
          <p:nvPr/>
        </p:nvSpPr>
        <p:spPr>
          <a:xfrm xmlns:a="http://schemas.openxmlformats.org/drawingml/2006/main">
            <a:off x="685800" y="41148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087E75"/>
                </a:solidFill>
                <a:latin typeface="DejaVu Sans"/>
                <a:ea typeface="DejaVu Sans"/>
                <a:cs typeface="DejaVu Sans"/>
              </a:defRPr>
            </a:defPPr>
            <a:lvl1pPr>
              <a:defRPr sz="1725" b="1">
                <a:solidFill>
                  <a:srgbClr val="087E75"/>
                </a:solidFill>
                <a:latin typeface="DejaVu Sans"/>
                <a:ea typeface="DejaVu Sans"/>
                <a:cs typeface="DejaVu Sans"/>
              </a:defRPr>
            </a:lvl1pPr>
            <a:lvl2pPr>
              <a:defRPr sz="1725" b="1">
                <a:solidFill>
                  <a:srgbClr val="087E75"/>
                </a:solidFill>
                <a:latin typeface="DejaVu Sans"/>
                <a:ea typeface="DejaVu Sans"/>
                <a:cs typeface="DejaVu Sans"/>
              </a:defRPr>
            </a:lvl2pPr>
            <a:lvl3pPr>
              <a:defRPr sz="1725" b="1">
                <a:solidFill>
                  <a:srgbClr val="087E75"/>
                </a:solidFill>
                <a:latin typeface="DejaVu Sans"/>
                <a:ea typeface="DejaVu Sans"/>
                <a:cs typeface="DejaVu Sans"/>
              </a:defRPr>
            </a:lvl3pPr>
            <a:lvl4pPr>
              <a:defRPr sz="1725" b="1">
                <a:solidFill>
                  <a:srgbClr val="087E75"/>
                </a:solidFill>
                <a:latin typeface="DejaVu Sans"/>
                <a:ea typeface="DejaVu Sans"/>
                <a:cs typeface="DejaVu Sans"/>
              </a:defRPr>
            </a:lvl4pPr>
            <a:lvl5pPr>
              <a:defRPr sz="1725" b="1">
                <a:solidFill>
                  <a:srgbClr val="087E75"/>
                </a:solidFill>
                <a:latin typeface="DejaVu Sans"/>
                <a:ea typeface="DejaVu Sans"/>
                <a:cs typeface="DejaVu Sans"/>
              </a:defRPr>
            </a:lvl5pPr>
            <a:lvl6pPr>
              <a:defRPr sz="1725" b="1">
                <a:solidFill>
                  <a:srgbClr val="087E75"/>
                </a:solidFill>
                <a:latin typeface="DejaVu Sans"/>
                <a:ea typeface="DejaVu Sans"/>
                <a:cs typeface="DejaVu Sans"/>
              </a:defRPr>
            </a:lvl6pPr>
            <a:lvl7pPr>
              <a:defRPr sz="1725" b="1">
                <a:solidFill>
                  <a:srgbClr val="087E75"/>
                </a:solidFill>
                <a:latin typeface="DejaVu Sans"/>
                <a:ea typeface="DejaVu Sans"/>
                <a:cs typeface="DejaVu Sans"/>
              </a:defRPr>
            </a:lvl7pPr>
            <a:lvl8pPr>
              <a:defRPr sz="1725" b="1">
                <a:solidFill>
                  <a:srgbClr val="087E75"/>
                </a:solidFill>
                <a:latin typeface="DejaVu Sans"/>
                <a:ea typeface="DejaVu Sans"/>
                <a:cs typeface="DejaVu Sans"/>
              </a:defRPr>
            </a:lvl8pPr>
            <a:lvl9pPr>
              <a:defRPr sz="1725" b="1">
                <a:solidFill>
                  <a:srgbClr val="087E75"/>
                </a:solidFill>
                <a:latin typeface="DejaVu Sans"/>
                <a:ea typeface="DejaVu Sans"/>
                <a:cs typeface="DejaVu Sans"/>
              </a:defRPr>
            </a:lvl9pPr>
          </a:lstStyle>
          <a:p xmlns:a="http://schemas.openxmlformats.org/drawingml/2006/main">
            <a:pPr>
              <a:defRPr sz="1725" b="1">
                <a:solidFill>
                  <a:srgbClr val="087E75"/>
                </a:solidFill>
                <a:latin typeface="DejaVu Sans"/>
                <a:ea typeface="DejaVu Sans"/>
                <a:cs typeface="DejaVu Sans"/>
              </a:defRPr>
            </a:pPr>
            <a:r>
              <a:rPr sz="1725" b="1">
                <a:solidFill>
                  <a:srgbClr val="087E75"/>
                </a:solidFill>
                <a:latin typeface="DejaVu Sans"/>
                <a:ea typeface="DejaVu Sans"/>
                <a:cs typeface="DejaVu Sans"/>
              </a:rPr>
              <a:t>Progress</a:t>
            </a:r>
          </a:p>
        </p:txBody>
      </p:sp>
      <p:sp>
        <p:nvSpPr>
          <p:cNvPr id="7" name="content-0">
            <a:extLst xmlns:a="http://schemas.openxmlformats.org/drawingml/2006/main">
              <a:ext uri="{FF2B5EF4-FFF2-40B4-BE49-F238E27FC236}">
                <a16:creationId xmlns:a16="http://schemas.microsoft.com/office/drawing/2014/main" id="{15D26AE7-337C-4AD1-AC5E-46CF0A961F58}"/>
              </a:ext>
            </a:extLst>
          </p:cNvPr>
          <p:cNvSpPr>
            <a:spLocks xmlns:a="http://schemas.openxmlformats.org/drawingml/2006/main" noGrp="1"/>
          </p:cNvSpPr>
          <p:nvPr/>
        </p:nvSpPr>
        <p:spPr>
          <a:xfrm xmlns:a="http://schemas.openxmlformats.org/drawingml/2006/main">
            <a:off x="2381250" y="4114800"/>
            <a:ext cx="652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122D33"/>
                </a:solidFill>
                <a:latin typeface="DejaVu Sans"/>
                <a:ea typeface="DejaVu Sans"/>
                <a:cs typeface="DejaVu Sans"/>
              </a:defRPr>
            </a:defPPr>
            <a:lvl1pPr>
              <a:defRPr sz="1725" b="0">
                <a:solidFill>
                  <a:srgbClr val="122D33"/>
                </a:solidFill>
                <a:latin typeface="DejaVu Sans"/>
                <a:ea typeface="DejaVu Sans"/>
                <a:cs typeface="DejaVu Sans"/>
              </a:defRPr>
            </a:lvl1pPr>
            <a:lvl2pPr>
              <a:defRPr sz="1725" b="0">
                <a:solidFill>
                  <a:srgbClr val="122D33"/>
                </a:solidFill>
                <a:latin typeface="DejaVu Sans"/>
                <a:ea typeface="DejaVu Sans"/>
                <a:cs typeface="DejaVu Sans"/>
              </a:defRPr>
            </a:lvl2pPr>
            <a:lvl3pPr>
              <a:defRPr sz="1725" b="0">
                <a:solidFill>
                  <a:srgbClr val="122D33"/>
                </a:solidFill>
                <a:latin typeface="DejaVu Sans"/>
                <a:ea typeface="DejaVu Sans"/>
                <a:cs typeface="DejaVu Sans"/>
              </a:defRPr>
            </a:lvl3pPr>
            <a:lvl4pPr>
              <a:defRPr sz="1725" b="0">
                <a:solidFill>
                  <a:srgbClr val="122D33"/>
                </a:solidFill>
                <a:latin typeface="DejaVu Sans"/>
                <a:ea typeface="DejaVu Sans"/>
                <a:cs typeface="DejaVu Sans"/>
              </a:defRPr>
            </a:lvl4pPr>
            <a:lvl5pPr>
              <a:defRPr sz="1725" b="0">
                <a:solidFill>
                  <a:srgbClr val="122D33"/>
                </a:solidFill>
                <a:latin typeface="DejaVu Sans"/>
                <a:ea typeface="DejaVu Sans"/>
                <a:cs typeface="DejaVu Sans"/>
              </a:defRPr>
            </a:lvl5pPr>
            <a:lvl6pPr>
              <a:defRPr sz="1725" b="0">
                <a:solidFill>
                  <a:srgbClr val="122D33"/>
                </a:solidFill>
                <a:latin typeface="DejaVu Sans"/>
                <a:ea typeface="DejaVu Sans"/>
                <a:cs typeface="DejaVu Sans"/>
              </a:defRPr>
            </a:lvl6pPr>
            <a:lvl7pPr>
              <a:defRPr sz="1725" b="0">
                <a:solidFill>
                  <a:srgbClr val="122D33"/>
                </a:solidFill>
                <a:latin typeface="DejaVu Sans"/>
                <a:ea typeface="DejaVu Sans"/>
                <a:cs typeface="DejaVu Sans"/>
              </a:defRPr>
            </a:lvl7pPr>
            <a:lvl8pPr>
              <a:defRPr sz="1725" b="0">
                <a:solidFill>
                  <a:srgbClr val="122D33"/>
                </a:solidFill>
                <a:latin typeface="DejaVu Sans"/>
                <a:ea typeface="DejaVu Sans"/>
                <a:cs typeface="DejaVu Sans"/>
              </a:defRPr>
            </a:lvl8pPr>
            <a:lvl9pPr>
              <a:defRPr sz="1725" b="0">
                <a:solidFill>
                  <a:srgbClr val="122D33"/>
                </a:solidFill>
                <a:latin typeface="DejaVu Sans"/>
                <a:ea typeface="DejaVu Sans"/>
                <a:cs typeface="DejaVu Sans"/>
              </a:defRPr>
            </a:lvl9pPr>
          </a:lstStyle>
          <a:p xmlns:a="http://schemas.openxmlformats.org/drawingml/2006/main">
            <a:pPr>
              <a:defRPr sz="1725" b="0">
                <a:solidFill>
                  <a:srgbClr val="122D33"/>
                </a:solidFill>
                <a:latin typeface="DejaVu Sans"/>
                <a:ea typeface="DejaVu Sans"/>
                <a:cs typeface="DejaVu Sans"/>
              </a:defRPr>
            </a:pPr>
            <a:r>
              <a:rPr sz="1725" b="0">
                <a:solidFill>
                  <a:srgbClr val="122D33"/>
                </a:solidFill>
                <a:latin typeface="DejaVu Sans"/>
                <a:ea typeface="DejaVu Sans"/>
                <a:cs typeface="DejaVu Sans"/>
              </a:rPr>
              <a:t>[What changed since last week?]</a:t>
            </a:r>
          </a:p>
        </p:txBody>
      </p:sp>
      <p:sp>
        <p:nvSpPr>
          <p:cNvPr id="8" name="prompt-1">
            <a:extLst xmlns:a="http://schemas.openxmlformats.org/drawingml/2006/main">
              <a:ext uri="{FF2B5EF4-FFF2-40B4-BE49-F238E27FC236}">
                <a16:creationId xmlns:a16="http://schemas.microsoft.com/office/drawing/2014/main" id="{CE21CB28-4106-4B64-88E6-84A384E22B92}"/>
              </a:ext>
            </a:extLst>
          </p:cNvPr>
          <p:cNvSpPr>
            <a:spLocks xmlns:a="http://schemas.openxmlformats.org/drawingml/2006/main" noGrp="1"/>
          </p:cNvSpPr>
          <p:nvPr/>
        </p:nvSpPr>
        <p:spPr>
          <a:xfrm xmlns:a="http://schemas.openxmlformats.org/drawingml/2006/main">
            <a:off x="685800" y="473392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087E75"/>
                </a:solidFill>
                <a:latin typeface="DejaVu Sans"/>
                <a:ea typeface="DejaVu Sans"/>
                <a:cs typeface="DejaVu Sans"/>
              </a:defRPr>
            </a:defPPr>
            <a:lvl1pPr>
              <a:defRPr sz="1725" b="1">
                <a:solidFill>
                  <a:srgbClr val="087E75"/>
                </a:solidFill>
                <a:latin typeface="DejaVu Sans"/>
                <a:ea typeface="DejaVu Sans"/>
                <a:cs typeface="DejaVu Sans"/>
              </a:defRPr>
            </a:lvl1pPr>
            <a:lvl2pPr>
              <a:defRPr sz="1725" b="1">
                <a:solidFill>
                  <a:srgbClr val="087E75"/>
                </a:solidFill>
                <a:latin typeface="DejaVu Sans"/>
                <a:ea typeface="DejaVu Sans"/>
                <a:cs typeface="DejaVu Sans"/>
              </a:defRPr>
            </a:lvl2pPr>
            <a:lvl3pPr>
              <a:defRPr sz="1725" b="1">
                <a:solidFill>
                  <a:srgbClr val="087E75"/>
                </a:solidFill>
                <a:latin typeface="DejaVu Sans"/>
                <a:ea typeface="DejaVu Sans"/>
                <a:cs typeface="DejaVu Sans"/>
              </a:defRPr>
            </a:lvl3pPr>
            <a:lvl4pPr>
              <a:defRPr sz="1725" b="1">
                <a:solidFill>
                  <a:srgbClr val="087E75"/>
                </a:solidFill>
                <a:latin typeface="DejaVu Sans"/>
                <a:ea typeface="DejaVu Sans"/>
                <a:cs typeface="DejaVu Sans"/>
              </a:defRPr>
            </a:lvl4pPr>
            <a:lvl5pPr>
              <a:defRPr sz="1725" b="1">
                <a:solidFill>
                  <a:srgbClr val="087E75"/>
                </a:solidFill>
                <a:latin typeface="DejaVu Sans"/>
                <a:ea typeface="DejaVu Sans"/>
                <a:cs typeface="DejaVu Sans"/>
              </a:defRPr>
            </a:lvl5pPr>
            <a:lvl6pPr>
              <a:defRPr sz="1725" b="1">
                <a:solidFill>
                  <a:srgbClr val="087E75"/>
                </a:solidFill>
                <a:latin typeface="DejaVu Sans"/>
                <a:ea typeface="DejaVu Sans"/>
                <a:cs typeface="DejaVu Sans"/>
              </a:defRPr>
            </a:lvl6pPr>
            <a:lvl7pPr>
              <a:defRPr sz="1725" b="1">
                <a:solidFill>
                  <a:srgbClr val="087E75"/>
                </a:solidFill>
                <a:latin typeface="DejaVu Sans"/>
                <a:ea typeface="DejaVu Sans"/>
                <a:cs typeface="DejaVu Sans"/>
              </a:defRPr>
            </a:lvl7pPr>
            <a:lvl8pPr>
              <a:defRPr sz="1725" b="1">
                <a:solidFill>
                  <a:srgbClr val="087E75"/>
                </a:solidFill>
                <a:latin typeface="DejaVu Sans"/>
                <a:ea typeface="DejaVu Sans"/>
                <a:cs typeface="DejaVu Sans"/>
              </a:defRPr>
            </a:lvl8pPr>
            <a:lvl9pPr>
              <a:defRPr sz="1725" b="1">
                <a:solidFill>
                  <a:srgbClr val="087E75"/>
                </a:solidFill>
                <a:latin typeface="DejaVu Sans"/>
                <a:ea typeface="DejaVu Sans"/>
                <a:cs typeface="DejaVu Sans"/>
              </a:defRPr>
            </a:lvl9pPr>
          </a:lstStyle>
          <a:p xmlns:a="http://schemas.openxmlformats.org/drawingml/2006/main">
            <a:pPr>
              <a:defRPr sz="1725" b="1">
                <a:solidFill>
                  <a:srgbClr val="087E75"/>
                </a:solidFill>
                <a:latin typeface="DejaVu Sans"/>
                <a:ea typeface="DejaVu Sans"/>
                <a:cs typeface="DejaVu Sans"/>
              </a:defRPr>
            </a:pPr>
            <a:r>
              <a:rPr sz="1725" b="1">
                <a:solidFill>
                  <a:srgbClr val="087E75"/>
                </a:solidFill>
                <a:latin typeface="DejaVu Sans"/>
                <a:ea typeface="DejaVu Sans"/>
                <a:cs typeface="DejaVu Sans"/>
              </a:rPr>
              <a:t>Evidence</a:t>
            </a:r>
          </a:p>
        </p:txBody>
      </p:sp>
      <p:sp>
        <p:nvSpPr>
          <p:cNvPr id="9" name="content-1">
            <a:extLst xmlns:a="http://schemas.openxmlformats.org/drawingml/2006/main">
              <a:ext uri="{FF2B5EF4-FFF2-40B4-BE49-F238E27FC236}">
                <a16:creationId xmlns:a16="http://schemas.microsoft.com/office/drawing/2014/main" id="{70C0C055-8293-4242-B91C-50F77C2C65BB}"/>
              </a:ext>
            </a:extLst>
          </p:cNvPr>
          <p:cNvSpPr>
            <a:spLocks xmlns:a="http://schemas.openxmlformats.org/drawingml/2006/main" noGrp="1"/>
          </p:cNvSpPr>
          <p:nvPr/>
        </p:nvSpPr>
        <p:spPr>
          <a:xfrm xmlns:a="http://schemas.openxmlformats.org/drawingml/2006/main">
            <a:off x="2381250" y="4733925"/>
            <a:ext cx="652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122D33"/>
                </a:solidFill>
                <a:latin typeface="DejaVu Sans"/>
                <a:ea typeface="DejaVu Sans"/>
                <a:cs typeface="DejaVu Sans"/>
              </a:defRPr>
            </a:defPPr>
            <a:lvl1pPr>
              <a:defRPr sz="1725" b="0">
                <a:solidFill>
                  <a:srgbClr val="122D33"/>
                </a:solidFill>
                <a:latin typeface="DejaVu Sans"/>
                <a:ea typeface="DejaVu Sans"/>
                <a:cs typeface="DejaVu Sans"/>
              </a:defRPr>
            </a:lvl1pPr>
            <a:lvl2pPr>
              <a:defRPr sz="1725" b="0">
                <a:solidFill>
                  <a:srgbClr val="122D33"/>
                </a:solidFill>
                <a:latin typeface="DejaVu Sans"/>
                <a:ea typeface="DejaVu Sans"/>
                <a:cs typeface="DejaVu Sans"/>
              </a:defRPr>
            </a:lvl2pPr>
            <a:lvl3pPr>
              <a:defRPr sz="1725" b="0">
                <a:solidFill>
                  <a:srgbClr val="122D33"/>
                </a:solidFill>
                <a:latin typeface="DejaVu Sans"/>
                <a:ea typeface="DejaVu Sans"/>
                <a:cs typeface="DejaVu Sans"/>
              </a:defRPr>
            </a:lvl3pPr>
            <a:lvl4pPr>
              <a:defRPr sz="1725" b="0">
                <a:solidFill>
                  <a:srgbClr val="122D33"/>
                </a:solidFill>
                <a:latin typeface="DejaVu Sans"/>
                <a:ea typeface="DejaVu Sans"/>
                <a:cs typeface="DejaVu Sans"/>
              </a:defRPr>
            </a:lvl4pPr>
            <a:lvl5pPr>
              <a:defRPr sz="1725" b="0">
                <a:solidFill>
                  <a:srgbClr val="122D33"/>
                </a:solidFill>
                <a:latin typeface="DejaVu Sans"/>
                <a:ea typeface="DejaVu Sans"/>
                <a:cs typeface="DejaVu Sans"/>
              </a:defRPr>
            </a:lvl5pPr>
            <a:lvl6pPr>
              <a:defRPr sz="1725" b="0">
                <a:solidFill>
                  <a:srgbClr val="122D33"/>
                </a:solidFill>
                <a:latin typeface="DejaVu Sans"/>
                <a:ea typeface="DejaVu Sans"/>
                <a:cs typeface="DejaVu Sans"/>
              </a:defRPr>
            </a:lvl6pPr>
            <a:lvl7pPr>
              <a:defRPr sz="1725" b="0">
                <a:solidFill>
                  <a:srgbClr val="122D33"/>
                </a:solidFill>
                <a:latin typeface="DejaVu Sans"/>
                <a:ea typeface="DejaVu Sans"/>
                <a:cs typeface="DejaVu Sans"/>
              </a:defRPr>
            </a:lvl7pPr>
            <a:lvl8pPr>
              <a:defRPr sz="1725" b="0">
                <a:solidFill>
                  <a:srgbClr val="122D33"/>
                </a:solidFill>
                <a:latin typeface="DejaVu Sans"/>
                <a:ea typeface="DejaVu Sans"/>
                <a:cs typeface="DejaVu Sans"/>
              </a:defRPr>
            </a:lvl8pPr>
            <a:lvl9pPr>
              <a:defRPr sz="1725" b="0">
                <a:solidFill>
                  <a:srgbClr val="122D33"/>
                </a:solidFill>
                <a:latin typeface="DejaVu Sans"/>
                <a:ea typeface="DejaVu Sans"/>
                <a:cs typeface="DejaVu Sans"/>
              </a:defRPr>
            </a:lvl9pPr>
          </a:lstStyle>
          <a:p xmlns:a="http://schemas.openxmlformats.org/drawingml/2006/main">
            <a:pPr>
              <a:defRPr sz="1725" b="0">
                <a:solidFill>
                  <a:srgbClr val="122D33"/>
                </a:solidFill>
                <a:latin typeface="DejaVu Sans"/>
                <a:ea typeface="DejaVu Sans"/>
                <a:cs typeface="DejaVu Sans"/>
              </a:defRPr>
            </a:pPr>
            <a:r>
              <a:rPr sz="1725" b="0">
                <a:solidFill>
                  <a:srgbClr val="122D33"/>
                </a:solidFill>
                <a:latin typeface="DejaVu Sans"/>
                <a:ea typeface="DejaVu Sans"/>
                <a:cs typeface="DejaVu Sans"/>
              </a:rPr>
              <a:t>[A result, example, or supporting link]</a:t>
            </a:r>
          </a:p>
        </p:txBody>
      </p:sp>
      <p:sp>
        <p:nvSpPr>
          <p:cNvPr id="10" name="prompt-2">
            <a:extLst xmlns:a="http://schemas.openxmlformats.org/drawingml/2006/main">
              <a:ext uri="{FF2B5EF4-FFF2-40B4-BE49-F238E27FC236}">
                <a16:creationId xmlns:a16="http://schemas.microsoft.com/office/drawing/2014/main" id="{3BEDF3BC-3653-428D-AE03-9F83B184A725}"/>
              </a:ext>
            </a:extLst>
          </p:cNvPr>
          <p:cNvSpPr>
            <a:spLocks xmlns:a="http://schemas.openxmlformats.org/drawingml/2006/main" noGrp="1"/>
          </p:cNvSpPr>
          <p:nvPr/>
        </p:nvSpPr>
        <p:spPr>
          <a:xfrm xmlns:a="http://schemas.openxmlformats.org/drawingml/2006/main">
            <a:off x="685800" y="535305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087E75"/>
                </a:solidFill>
                <a:latin typeface="DejaVu Sans"/>
                <a:ea typeface="DejaVu Sans"/>
                <a:cs typeface="DejaVu Sans"/>
              </a:defRPr>
            </a:defPPr>
            <a:lvl1pPr>
              <a:defRPr sz="1725" b="1">
                <a:solidFill>
                  <a:srgbClr val="087E75"/>
                </a:solidFill>
                <a:latin typeface="DejaVu Sans"/>
                <a:ea typeface="DejaVu Sans"/>
                <a:cs typeface="DejaVu Sans"/>
              </a:defRPr>
            </a:lvl1pPr>
            <a:lvl2pPr>
              <a:defRPr sz="1725" b="1">
                <a:solidFill>
                  <a:srgbClr val="087E75"/>
                </a:solidFill>
                <a:latin typeface="DejaVu Sans"/>
                <a:ea typeface="DejaVu Sans"/>
                <a:cs typeface="DejaVu Sans"/>
              </a:defRPr>
            </a:lvl2pPr>
            <a:lvl3pPr>
              <a:defRPr sz="1725" b="1">
                <a:solidFill>
                  <a:srgbClr val="087E75"/>
                </a:solidFill>
                <a:latin typeface="DejaVu Sans"/>
                <a:ea typeface="DejaVu Sans"/>
                <a:cs typeface="DejaVu Sans"/>
              </a:defRPr>
            </a:lvl3pPr>
            <a:lvl4pPr>
              <a:defRPr sz="1725" b="1">
                <a:solidFill>
                  <a:srgbClr val="087E75"/>
                </a:solidFill>
                <a:latin typeface="DejaVu Sans"/>
                <a:ea typeface="DejaVu Sans"/>
                <a:cs typeface="DejaVu Sans"/>
              </a:defRPr>
            </a:lvl4pPr>
            <a:lvl5pPr>
              <a:defRPr sz="1725" b="1">
                <a:solidFill>
                  <a:srgbClr val="087E75"/>
                </a:solidFill>
                <a:latin typeface="DejaVu Sans"/>
                <a:ea typeface="DejaVu Sans"/>
                <a:cs typeface="DejaVu Sans"/>
              </a:defRPr>
            </a:lvl5pPr>
            <a:lvl6pPr>
              <a:defRPr sz="1725" b="1">
                <a:solidFill>
                  <a:srgbClr val="087E75"/>
                </a:solidFill>
                <a:latin typeface="DejaVu Sans"/>
                <a:ea typeface="DejaVu Sans"/>
                <a:cs typeface="DejaVu Sans"/>
              </a:defRPr>
            </a:lvl6pPr>
            <a:lvl7pPr>
              <a:defRPr sz="1725" b="1">
                <a:solidFill>
                  <a:srgbClr val="087E75"/>
                </a:solidFill>
                <a:latin typeface="DejaVu Sans"/>
                <a:ea typeface="DejaVu Sans"/>
                <a:cs typeface="DejaVu Sans"/>
              </a:defRPr>
            </a:lvl7pPr>
            <a:lvl8pPr>
              <a:defRPr sz="1725" b="1">
                <a:solidFill>
                  <a:srgbClr val="087E75"/>
                </a:solidFill>
                <a:latin typeface="DejaVu Sans"/>
                <a:ea typeface="DejaVu Sans"/>
                <a:cs typeface="DejaVu Sans"/>
              </a:defRPr>
            </a:lvl8pPr>
            <a:lvl9pPr>
              <a:defRPr sz="1725" b="1">
                <a:solidFill>
                  <a:srgbClr val="087E75"/>
                </a:solidFill>
                <a:latin typeface="DejaVu Sans"/>
                <a:ea typeface="DejaVu Sans"/>
                <a:cs typeface="DejaVu Sans"/>
              </a:defRPr>
            </a:lvl9pPr>
          </a:lstStyle>
          <a:p xmlns:a="http://schemas.openxmlformats.org/drawingml/2006/main">
            <a:pPr>
              <a:defRPr sz="1725" b="1">
                <a:solidFill>
                  <a:srgbClr val="087E75"/>
                </a:solidFill>
                <a:latin typeface="DejaVu Sans"/>
                <a:ea typeface="DejaVu Sans"/>
                <a:cs typeface="DejaVu Sans"/>
              </a:defRPr>
            </a:pPr>
            <a:r>
              <a:rPr sz="1725" b="1">
                <a:solidFill>
                  <a:srgbClr val="087E75"/>
                </a:solidFill>
                <a:latin typeface="DejaVu Sans"/>
                <a:ea typeface="DejaVu Sans"/>
                <a:cs typeface="DejaVu Sans"/>
              </a:rPr>
              <a:t>Next step</a:t>
            </a:r>
          </a:p>
        </p:txBody>
      </p:sp>
      <p:sp>
        <p:nvSpPr>
          <p:cNvPr id="11" name="content-2">
            <a:extLst xmlns:a="http://schemas.openxmlformats.org/drawingml/2006/main">
              <a:ext uri="{FF2B5EF4-FFF2-40B4-BE49-F238E27FC236}">
                <a16:creationId xmlns:a16="http://schemas.microsoft.com/office/drawing/2014/main" id="{81B73AD9-1691-4063-859E-108FEC666690}"/>
              </a:ext>
            </a:extLst>
          </p:cNvPr>
          <p:cNvSpPr>
            <a:spLocks xmlns:a="http://schemas.openxmlformats.org/drawingml/2006/main" noGrp="1"/>
          </p:cNvSpPr>
          <p:nvPr/>
        </p:nvSpPr>
        <p:spPr>
          <a:xfrm xmlns:a="http://schemas.openxmlformats.org/drawingml/2006/main">
            <a:off x="2381250" y="5353050"/>
            <a:ext cx="652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122D33"/>
                </a:solidFill>
                <a:latin typeface="DejaVu Sans"/>
                <a:ea typeface="DejaVu Sans"/>
                <a:cs typeface="DejaVu Sans"/>
              </a:defRPr>
            </a:defPPr>
            <a:lvl1pPr>
              <a:defRPr sz="1725" b="0">
                <a:solidFill>
                  <a:srgbClr val="122D33"/>
                </a:solidFill>
                <a:latin typeface="DejaVu Sans"/>
                <a:ea typeface="DejaVu Sans"/>
                <a:cs typeface="DejaVu Sans"/>
              </a:defRPr>
            </a:lvl1pPr>
            <a:lvl2pPr>
              <a:defRPr sz="1725" b="0">
                <a:solidFill>
                  <a:srgbClr val="122D33"/>
                </a:solidFill>
                <a:latin typeface="DejaVu Sans"/>
                <a:ea typeface="DejaVu Sans"/>
                <a:cs typeface="DejaVu Sans"/>
              </a:defRPr>
            </a:lvl2pPr>
            <a:lvl3pPr>
              <a:defRPr sz="1725" b="0">
                <a:solidFill>
                  <a:srgbClr val="122D33"/>
                </a:solidFill>
                <a:latin typeface="DejaVu Sans"/>
                <a:ea typeface="DejaVu Sans"/>
                <a:cs typeface="DejaVu Sans"/>
              </a:defRPr>
            </a:lvl3pPr>
            <a:lvl4pPr>
              <a:defRPr sz="1725" b="0">
                <a:solidFill>
                  <a:srgbClr val="122D33"/>
                </a:solidFill>
                <a:latin typeface="DejaVu Sans"/>
                <a:ea typeface="DejaVu Sans"/>
                <a:cs typeface="DejaVu Sans"/>
              </a:defRPr>
            </a:lvl4pPr>
            <a:lvl5pPr>
              <a:defRPr sz="1725" b="0">
                <a:solidFill>
                  <a:srgbClr val="122D33"/>
                </a:solidFill>
                <a:latin typeface="DejaVu Sans"/>
                <a:ea typeface="DejaVu Sans"/>
                <a:cs typeface="DejaVu Sans"/>
              </a:defRPr>
            </a:lvl5pPr>
            <a:lvl6pPr>
              <a:defRPr sz="1725" b="0">
                <a:solidFill>
                  <a:srgbClr val="122D33"/>
                </a:solidFill>
                <a:latin typeface="DejaVu Sans"/>
                <a:ea typeface="DejaVu Sans"/>
                <a:cs typeface="DejaVu Sans"/>
              </a:defRPr>
            </a:lvl6pPr>
            <a:lvl7pPr>
              <a:defRPr sz="1725" b="0">
                <a:solidFill>
                  <a:srgbClr val="122D33"/>
                </a:solidFill>
                <a:latin typeface="DejaVu Sans"/>
                <a:ea typeface="DejaVu Sans"/>
                <a:cs typeface="DejaVu Sans"/>
              </a:defRPr>
            </a:lvl7pPr>
            <a:lvl8pPr>
              <a:defRPr sz="1725" b="0">
                <a:solidFill>
                  <a:srgbClr val="122D33"/>
                </a:solidFill>
                <a:latin typeface="DejaVu Sans"/>
                <a:ea typeface="DejaVu Sans"/>
                <a:cs typeface="DejaVu Sans"/>
              </a:defRPr>
            </a:lvl8pPr>
            <a:lvl9pPr>
              <a:defRPr sz="1725" b="0">
                <a:solidFill>
                  <a:srgbClr val="122D33"/>
                </a:solidFill>
                <a:latin typeface="DejaVu Sans"/>
                <a:ea typeface="DejaVu Sans"/>
                <a:cs typeface="DejaVu Sans"/>
              </a:defRPr>
            </a:lvl9pPr>
          </a:lstStyle>
          <a:p xmlns:a="http://schemas.openxmlformats.org/drawingml/2006/main">
            <a:pPr>
              <a:defRPr sz="1725" b="0">
                <a:solidFill>
                  <a:srgbClr val="122D33"/>
                </a:solidFill>
                <a:latin typeface="DejaVu Sans"/>
                <a:ea typeface="DejaVu Sans"/>
                <a:cs typeface="DejaVu Sans"/>
              </a:defRPr>
            </a:pPr>
            <a:r>
              <a:rPr sz="1725" b="0">
                <a:solidFill>
                  <a:srgbClr val="122D33"/>
                </a:solidFill>
                <a:latin typeface="DejaVu Sans"/>
                <a:ea typeface="DejaVu Sans"/>
                <a:cs typeface="DejaVu Sans"/>
              </a:rPr>
              <a:t>[What happens next? Any help needed?]</a:t>
            </a:r>
          </a:p>
        </p:txBody>
      </p:sp>
    </p:spTree>
    <p:extLst>
      <p:ext uri="{BB962C8B-B14F-4D97-AF65-F5344CB8AC3E}">
        <p14:creationId xmlns:p14="http://schemas.microsoft.com/office/powerpoint/2010/main" val="810217091"/>
      </p:ext>
    </p:extLst>
  </p:cSld>
</p:sld>
</file>

<file path=ppt/slides/slide3.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12" name="label">
            <a:extLst xmlns:a="http://schemas.openxmlformats.org/drawingml/2006/main">
              <a:ext uri="{FF2B5EF4-FFF2-40B4-BE49-F238E27FC236}">
                <a16:creationId xmlns:a16="http://schemas.microsoft.com/office/drawing/2014/main" id="{8B5F9685-C109-4834-81E4-AFDBBBA95223}"/>
              </a:ext>
            </a:extLst>
          </p:cNvPr>
          <p:cNvSpPr>
            <a:spLocks xmlns:a="http://schemas.openxmlformats.org/drawingml/2006/main" noGrp="1"/>
          </p:cNvSpPr>
          <p:nvPr/>
        </p:nvSpPr>
        <p:spPr>
          <a:xfrm xmlns:a="http://schemas.openxmlformats.org/drawingml/2006/main">
            <a:off x="685800" y="457200"/>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087E75"/>
                </a:solidFill>
                <a:latin typeface="DejaVu Sans"/>
                <a:ea typeface="DejaVu Sans"/>
                <a:cs typeface="DejaVu Sans"/>
              </a:defRPr>
            </a:defPPr>
            <a:lvl1pPr>
              <a:defRPr sz="1275" b="1">
                <a:solidFill>
                  <a:srgbClr val="087E75"/>
                </a:solidFill>
                <a:latin typeface="DejaVu Sans"/>
                <a:ea typeface="DejaVu Sans"/>
                <a:cs typeface="DejaVu Sans"/>
              </a:defRPr>
            </a:lvl1pPr>
            <a:lvl2pPr>
              <a:defRPr sz="1275" b="1">
                <a:solidFill>
                  <a:srgbClr val="087E75"/>
                </a:solidFill>
                <a:latin typeface="DejaVu Sans"/>
                <a:ea typeface="DejaVu Sans"/>
                <a:cs typeface="DejaVu Sans"/>
              </a:defRPr>
            </a:lvl2pPr>
            <a:lvl3pPr>
              <a:defRPr sz="1275" b="1">
                <a:solidFill>
                  <a:srgbClr val="087E75"/>
                </a:solidFill>
                <a:latin typeface="DejaVu Sans"/>
                <a:ea typeface="DejaVu Sans"/>
                <a:cs typeface="DejaVu Sans"/>
              </a:defRPr>
            </a:lvl3pPr>
            <a:lvl4pPr>
              <a:defRPr sz="1275" b="1">
                <a:solidFill>
                  <a:srgbClr val="087E75"/>
                </a:solidFill>
                <a:latin typeface="DejaVu Sans"/>
                <a:ea typeface="DejaVu Sans"/>
                <a:cs typeface="DejaVu Sans"/>
              </a:defRPr>
            </a:lvl4pPr>
            <a:lvl5pPr>
              <a:defRPr sz="1275" b="1">
                <a:solidFill>
                  <a:srgbClr val="087E75"/>
                </a:solidFill>
                <a:latin typeface="DejaVu Sans"/>
                <a:ea typeface="DejaVu Sans"/>
                <a:cs typeface="DejaVu Sans"/>
              </a:defRPr>
            </a:lvl5pPr>
            <a:lvl6pPr>
              <a:defRPr sz="1275" b="1">
                <a:solidFill>
                  <a:srgbClr val="087E75"/>
                </a:solidFill>
                <a:latin typeface="DejaVu Sans"/>
                <a:ea typeface="DejaVu Sans"/>
                <a:cs typeface="DejaVu Sans"/>
              </a:defRPr>
            </a:lvl6pPr>
            <a:lvl7pPr>
              <a:defRPr sz="1275" b="1">
                <a:solidFill>
                  <a:srgbClr val="087E75"/>
                </a:solidFill>
                <a:latin typeface="DejaVu Sans"/>
                <a:ea typeface="DejaVu Sans"/>
                <a:cs typeface="DejaVu Sans"/>
              </a:defRPr>
            </a:lvl7pPr>
            <a:lvl8pPr>
              <a:defRPr sz="1275" b="1">
                <a:solidFill>
                  <a:srgbClr val="087E75"/>
                </a:solidFill>
                <a:latin typeface="DejaVu Sans"/>
                <a:ea typeface="DejaVu Sans"/>
                <a:cs typeface="DejaVu Sans"/>
              </a:defRPr>
            </a:lvl8pPr>
            <a:lvl9pPr>
              <a:defRPr sz="1275" b="1">
                <a:solidFill>
                  <a:srgbClr val="087E75"/>
                </a:solidFill>
                <a:latin typeface="DejaVu Sans"/>
                <a:ea typeface="DejaVu Sans"/>
                <a:cs typeface="DejaVu Sans"/>
              </a:defRPr>
            </a:lvl9pPr>
          </a:lstStyle>
          <a:p xmlns:a="http://schemas.openxmlformats.org/drawingml/2006/main">
            <a:pPr>
              <a:defRPr sz="1275" b="1">
                <a:solidFill>
                  <a:srgbClr val="087E75"/>
                </a:solidFill>
                <a:latin typeface="DejaVu Sans"/>
                <a:ea typeface="DejaVu Sans"/>
                <a:cs typeface="DejaVu Sans"/>
              </a:defRPr>
            </a:pPr>
            <a:r>
              <a:rPr sz="1275" b="1">
                <a:solidFill>
                  <a:srgbClr val="087E75"/>
                </a:solidFill>
                <a:latin typeface="DejaVu Sans"/>
                <a:ea typeface="DejaVu Sans"/>
                <a:cs typeface="DejaVu Sans"/>
              </a:rPr>
              <a:t>PRESENTER UPDATE</a:t>
            </a:r>
          </a:p>
        </p:txBody>
      </p:sp>
      <p:sp>
        <p:nvSpPr>
          <p:cNvPr id="2" name="title">
            <a:extLst xmlns:a="http://schemas.openxmlformats.org/drawingml/2006/main">
              <a:ext uri="{FF2B5EF4-FFF2-40B4-BE49-F238E27FC236}">
                <a16:creationId xmlns:a16="http://schemas.microsoft.com/office/drawing/2014/main" id="{481590E1-AD58-44DA-AE34-1608B2D44408}"/>
              </a:ext>
            </a:extLst>
          </p:cNvPr>
          <p:cNvSpPr>
            <a:spLocks xmlns:a="http://schemas.openxmlformats.org/drawingml/2006/main" noGrp="1"/>
          </p:cNvSpPr>
          <p:nvPr/>
        </p:nvSpPr>
        <p:spPr>
          <a:xfrm xmlns:a="http://schemas.openxmlformats.org/drawingml/2006/main">
            <a:off x="685800" y="1257300"/>
            <a:ext cx="8001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800" b="1">
                <a:solidFill>
                  <a:srgbClr val="122D33"/>
                </a:solidFill>
                <a:latin typeface="DejaVu Sans"/>
                <a:ea typeface="DejaVu Sans"/>
                <a:cs typeface="DejaVu Sans"/>
              </a:defRPr>
            </a:defPPr>
            <a:lvl1pPr>
              <a:defRPr sz="4800" b="1">
                <a:solidFill>
                  <a:srgbClr val="122D33"/>
                </a:solidFill>
                <a:latin typeface="DejaVu Sans"/>
                <a:ea typeface="DejaVu Sans"/>
                <a:cs typeface="DejaVu Sans"/>
              </a:defRPr>
            </a:lvl1pPr>
            <a:lvl2pPr>
              <a:defRPr sz="4800" b="1">
                <a:solidFill>
                  <a:srgbClr val="122D33"/>
                </a:solidFill>
                <a:latin typeface="DejaVu Sans"/>
                <a:ea typeface="DejaVu Sans"/>
                <a:cs typeface="DejaVu Sans"/>
              </a:defRPr>
            </a:lvl2pPr>
            <a:lvl3pPr>
              <a:defRPr sz="4800" b="1">
                <a:solidFill>
                  <a:srgbClr val="122D33"/>
                </a:solidFill>
                <a:latin typeface="DejaVu Sans"/>
                <a:ea typeface="DejaVu Sans"/>
                <a:cs typeface="DejaVu Sans"/>
              </a:defRPr>
            </a:lvl3pPr>
            <a:lvl4pPr>
              <a:defRPr sz="4800" b="1">
                <a:solidFill>
                  <a:srgbClr val="122D33"/>
                </a:solidFill>
                <a:latin typeface="DejaVu Sans"/>
                <a:ea typeface="DejaVu Sans"/>
                <a:cs typeface="DejaVu Sans"/>
              </a:defRPr>
            </a:lvl4pPr>
            <a:lvl5pPr>
              <a:defRPr sz="4800" b="1">
                <a:solidFill>
                  <a:srgbClr val="122D33"/>
                </a:solidFill>
                <a:latin typeface="DejaVu Sans"/>
                <a:ea typeface="DejaVu Sans"/>
                <a:cs typeface="DejaVu Sans"/>
              </a:defRPr>
            </a:lvl5pPr>
            <a:lvl6pPr>
              <a:defRPr sz="4800" b="1">
                <a:solidFill>
                  <a:srgbClr val="122D33"/>
                </a:solidFill>
                <a:latin typeface="DejaVu Sans"/>
                <a:ea typeface="DejaVu Sans"/>
                <a:cs typeface="DejaVu Sans"/>
              </a:defRPr>
            </a:lvl6pPr>
            <a:lvl7pPr>
              <a:defRPr sz="4800" b="1">
                <a:solidFill>
                  <a:srgbClr val="122D33"/>
                </a:solidFill>
                <a:latin typeface="DejaVu Sans"/>
                <a:ea typeface="DejaVu Sans"/>
                <a:cs typeface="DejaVu Sans"/>
              </a:defRPr>
            </a:lvl7pPr>
            <a:lvl8pPr>
              <a:defRPr sz="4800" b="1">
                <a:solidFill>
                  <a:srgbClr val="122D33"/>
                </a:solidFill>
                <a:latin typeface="DejaVu Sans"/>
                <a:ea typeface="DejaVu Sans"/>
                <a:cs typeface="DejaVu Sans"/>
              </a:defRPr>
            </a:lvl8pPr>
            <a:lvl9pPr>
              <a:defRPr sz="4800" b="1">
                <a:solidFill>
                  <a:srgbClr val="122D33"/>
                </a:solidFill>
                <a:latin typeface="DejaVu Sans"/>
                <a:ea typeface="DejaVu Sans"/>
                <a:cs typeface="DejaVu Sans"/>
              </a:defRPr>
            </a:lvl9pPr>
          </a:lstStyle>
          <a:p xmlns:a="http://schemas.openxmlformats.org/drawingml/2006/main">
            <a:pPr>
              <a:defRPr sz="4800" b="1">
                <a:solidFill>
                  <a:srgbClr val="122D33"/>
                </a:solidFill>
                <a:latin typeface="DejaVu Sans"/>
                <a:ea typeface="DejaVu Sans"/>
                <a:cs typeface="DejaVu Sans"/>
              </a:defRPr>
            </a:pPr>
            <a:r>
              <a:rPr sz="4800" b="1">
                <a:solidFill>
                  <a:srgbClr val="122D33"/>
                </a:solidFill>
                <a:latin typeface="DejaVu Sans"/>
                <a:ea typeface="DejaVu Sans"/>
                <a:cs typeface="DejaVu Sans"/>
              </a:rPr>
              <a:t>[Presenter 2]</a:t>
            </a:r>
          </a:p>
        </p:txBody>
      </p:sp>
      <p:sp>
        <p:nvSpPr>
          <p:cNvPr id="3" name="subtitle">
            <a:extLst xmlns:a="http://schemas.openxmlformats.org/drawingml/2006/main">
              <a:ext uri="{FF2B5EF4-FFF2-40B4-BE49-F238E27FC236}">
                <a16:creationId xmlns:a16="http://schemas.microsoft.com/office/drawing/2014/main" id="{08B048A3-C7A4-49AE-B574-E6CA1D43DBE1}"/>
              </a:ext>
            </a:extLst>
          </p:cNvPr>
          <p:cNvSpPr>
            <a:spLocks xmlns:a="http://schemas.openxmlformats.org/drawingml/2006/main" noGrp="1"/>
          </p:cNvSpPr>
          <p:nvPr/>
        </p:nvSpPr>
        <p:spPr>
          <a:xfrm xmlns:a="http://schemas.openxmlformats.org/drawingml/2006/main">
            <a:off x="685800" y="2828925"/>
            <a:ext cx="7810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4E6266"/>
                </a:solidFill>
                <a:latin typeface="DejaVu Sans"/>
                <a:ea typeface="DejaVu Sans"/>
                <a:cs typeface="DejaVu Sans"/>
              </a:defRPr>
            </a:defPPr>
            <a:lvl1pPr>
              <a:defRPr sz="1950" b="0">
                <a:solidFill>
                  <a:srgbClr val="4E6266"/>
                </a:solidFill>
                <a:latin typeface="DejaVu Sans"/>
                <a:ea typeface="DejaVu Sans"/>
                <a:cs typeface="DejaVu Sans"/>
              </a:defRPr>
            </a:lvl1pPr>
            <a:lvl2pPr>
              <a:defRPr sz="1950" b="0">
                <a:solidFill>
                  <a:srgbClr val="4E6266"/>
                </a:solidFill>
                <a:latin typeface="DejaVu Sans"/>
                <a:ea typeface="DejaVu Sans"/>
                <a:cs typeface="DejaVu Sans"/>
              </a:defRPr>
            </a:lvl2pPr>
            <a:lvl3pPr>
              <a:defRPr sz="1950" b="0">
                <a:solidFill>
                  <a:srgbClr val="4E6266"/>
                </a:solidFill>
                <a:latin typeface="DejaVu Sans"/>
                <a:ea typeface="DejaVu Sans"/>
                <a:cs typeface="DejaVu Sans"/>
              </a:defRPr>
            </a:lvl3pPr>
            <a:lvl4pPr>
              <a:defRPr sz="1950" b="0">
                <a:solidFill>
                  <a:srgbClr val="4E6266"/>
                </a:solidFill>
                <a:latin typeface="DejaVu Sans"/>
                <a:ea typeface="DejaVu Sans"/>
                <a:cs typeface="DejaVu Sans"/>
              </a:defRPr>
            </a:lvl4pPr>
            <a:lvl5pPr>
              <a:defRPr sz="1950" b="0">
                <a:solidFill>
                  <a:srgbClr val="4E6266"/>
                </a:solidFill>
                <a:latin typeface="DejaVu Sans"/>
                <a:ea typeface="DejaVu Sans"/>
                <a:cs typeface="DejaVu Sans"/>
              </a:defRPr>
            </a:lvl5pPr>
            <a:lvl6pPr>
              <a:defRPr sz="1950" b="0">
                <a:solidFill>
                  <a:srgbClr val="4E6266"/>
                </a:solidFill>
                <a:latin typeface="DejaVu Sans"/>
                <a:ea typeface="DejaVu Sans"/>
                <a:cs typeface="DejaVu Sans"/>
              </a:defRPr>
            </a:lvl6pPr>
            <a:lvl7pPr>
              <a:defRPr sz="1950" b="0">
                <a:solidFill>
                  <a:srgbClr val="4E6266"/>
                </a:solidFill>
                <a:latin typeface="DejaVu Sans"/>
                <a:ea typeface="DejaVu Sans"/>
                <a:cs typeface="DejaVu Sans"/>
              </a:defRPr>
            </a:lvl7pPr>
            <a:lvl8pPr>
              <a:defRPr sz="1950" b="0">
                <a:solidFill>
                  <a:srgbClr val="4E6266"/>
                </a:solidFill>
                <a:latin typeface="DejaVu Sans"/>
                <a:ea typeface="DejaVu Sans"/>
                <a:cs typeface="DejaVu Sans"/>
              </a:defRPr>
            </a:lvl8pPr>
            <a:lvl9pPr>
              <a:defRPr sz="1950" b="0">
                <a:solidFill>
                  <a:srgbClr val="4E6266"/>
                </a:solidFill>
                <a:latin typeface="DejaVu Sans"/>
                <a:ea typeface="DejaVu Sans"/>
                <a:cs typeface="DejaVu Sans"/>
              </a:defRPr>
            </a:lvl9pPr>
          </a:lstStyle>
          <a:p xmlns:a="http://schemas.openxmlformats.org/drawingml/2006/main">
            <a:pPr>
              <a:defRPr sz="1950" b="0">
                <a:solidFill>
                  <a:srgbClr val="4E6266"/>
                </a:solidFill>
                <a:latin typeface="DejaVu Sans"/>
                <a:ea typeface="DejaVu Sans"/>
                <a:cs typeface="DejaVu Sans"/>
              </a:defRPr>
            </a:pPr>
            <a:r>
              <a:rPr sz="1950" b="0">
                <a:solidFill>
                  <a:srgbClr val="4E6266"/>
                </a:solidFill>
                <a:latin typeface="DejaVu Sans"/>
                <a:ea typeface="DejaVu Sans"/>
                <a:cs typeface="DejaVu Sans"/>
              </a:rPr>
              <a:t>[One sentence about what changed]</a:t>
            </a:r>
          </a:p>
        </p:txBody>
      </p:sp>
      <p:sp>
        <p:nvSpPr>
          <p:cNvPr id="4" name="page">
            <a:extLst xmlns:a="http://schemas.openxmlformats.org/drawingml/2006/main">
              <a:ext uri="{FF2B5EF4-FFF2-40B4-BE49-F238E27FC236}">
                <a16:creationId xmlns:a16="http://schemas.microsoft.com/office/drawing/2014/main" id="{71CF9333-14FD-4224-95A1-0AD483E7E999}"/>
              </a:ext>
            </a:extLst>
          </p:cNvPr>
          <p:cNvSpPr>
            <a:spLocks xmlns:a="http://schemas.openxmlformats.org/drawingml/2006/main" noGrp="1"/>
          </p:cNvSpPr>
          <p:nvPr/>
        </p:nvSpPr>
        <p:spPr>
          <a:xfrm xmlns:a="http://schemas.openxmlformats.org/drawingml/2006/main">
            <a:off x="10953750" y="62293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4E6266"/>
                </a:solidFill>
                <a:latin typeface="DejaVu Sans"/>
                <a:ea typeface="DejaVu Sans"/>
                <a:cs typeface="DejaVu Sans"/>
              </a:defRPr>
            </a:defPPr>
            <a:lvl1pPr>
              <a:defRPr sz="1275" b="0">
                <a:solidFill>
                  <a:srgbClr val="4E6266"/>
                </a:solidFill>
                <a:latin typeface="DejaVu Sans"/>
                <a:ea typeface="DejaVu Sans"/>
                <a:cs typeface="DejaVu Sans"/>
              </a:defRPr>
            </a:lvl1pPr>
            <a:lvl2pPr>
              <a:defRPr sz="1275" b="0">
                <a:solidFill>
                  <a:srgbClr val="4E6266"/>
                </a:solidFill>
                <a:latin typeface="DejaVu Sans"/>
                <a:ea typeface="DejaVu Sans"/>
                <a:cs typeface="DejaVu Sans"/>
              </a:defRPr>
            </a:lvl2pPr>
            <a:lvl3pPr>
              <a:defRPr sz="1275" b="0">
                <a:solidFill>
                  <a:srgbClr val="4E6266"/>
                </a:solidFill>
                <a:latin typeface="DejaVu Sans"/>
                <a:ea typeface="DejaVu Sans"/>
                <a:cs typeface="DejaVu Sans"/>
              </a:defRPr>
            </a:lvl3pPr>
            <a:lvl4pPr>
              <a:defRPr sz="1275" b="0">
                <a:solidFill>
                  <a:srgbClr val="4E6266"/>
                </a:solidFill>
                <a:latin typeface="DejaVu Sans"/>
                <a:ea typeface="DejaVu Sans"/>
                <a:cs typeface="DejaVu Sans"/>
              </a:defRPr>
            </a:lvl4pPr>
            <a:lvl5pPr>
              <a:defRPr sz="1275" b="0">
                <a:solidFill>
                  <a:srgbClr val="4E6266"/>
                </a:solidFill>
                <a:latin typeface="DejaVu Sans"/>
                <a:ea typeface="DejaVu Sans"/>
                <a:cs typeface="DejaVu Sans"/>
              </a:defRPr>
            </a:lvl5pPr>
            <a:lvl6pPr>
              <a:defRPr sz="1275" b="0">
                <a:solidFill>
                  <a:srgbClr val="4E6266"/>
                </a:solidFill>
                <a:latin typeface="DejaVu Sans"/>
                <a:ea typeface="DejaVu Sans"/>
                <a:cs typeface="DejaVu Sans"/>
              </a:defRPr>
            </a:lvl6pPr>
            <a:lvl7pPr>
              <a:defRPr sz="1275" b="0">
                <a:solidFill>
                  <a:srgbClr val="4E6266"/>
                </a:solidFill>
                <a:latin typeface="DejaVu Sans"/>
                <a:ea typeface="DejaVu Sans"/>
                <a:cs typeface="DejaVu Sans"/>
              </a:defRPr>
            </a:lvl7pPr>
            <a:lvl8pPr>
              <a:defRPr sz="1275" b="0">
                <a:solidFill>
                  <a:srgbClr val="4E6266"/>
                </a:solidFill>
                <a:latin typeface="DejaVu Sans"/>
                <a:ea typeface="DejaVu Sans"/>
                <a:cs typeface="DejaVu Sans"/>
              </a:defRPr>
            </a:lvl8pPr>
            <a:lvl9pPr>
              <a:defRPr sz="1275" b="0">
                <a:solidFill>
                  <a:srgbClr val="4E6266"/>
                </a:solidFill>
                <a:latin typeface="DejaVu Sans"/>
                <a:ea typeface="DejaVu Sans"/>
                <a:cs typeface="DejaVu Sans"/>
              </a:defRPr>
            </a:lvl9pPr>
          </a:lstStyle>
          <a:p xmlns:a="http://schemas.openxmlformats.org/drawingml/2006/main">
            <a:pPr>
              <a:defRPr sz="1275" b="0">
                <a:solidFill>
                  <a:srgbClr val="4E6266"/>
                </a:solidFill>
                <a:latin typeface="DejaVu Sans"/>
                <a:ea typeface="DejaVu Sans"/>
                <a:cs typeface="DejaVu Sans"/>
              </a:defRPr>
            </a:pPr>
            <a:r>
              <a:rPr sz="1275" b="0">
                <a:solidFill>
                  <a:srgbClr val="4E6266"/>
                </a:solidFill>
                <a:latin typeface="DejaVu Sans"/>
                <a:ea typeface="DejaVu Sans"/>
                <a:cs typeface="DejaVu Sans"/>
              </a:rPr>
              <a:t>03</a:t>
            </a:r>
          </a:p>
        </p:txBody>
      </p:sp>
      <p:sp>
        <p:nvSpPr>
          <p:cNvPr id="5" name="meeting-footer">
            <a:extLst xmlns:a="http://schemas.openxmlformats.org/drawingml/2006/main">
              <a:ext uri="{FF2B5EF4-FFF2-40B4-BE49-F238E27FC236}">
                <a16:creationId xmlns:a16="http://schemas.microsoft.com/office/drawing/2014/main" id="{02B66976-1B1A-4C7A-9BF0-49ECBA3D7AAB}"/>
              </a:ext>
            </a:extLst>
          </p:cNvPr>
          <p:cNvSpPr>
            <a:spLocks xmlns:a="http://schemas.openxmlformats.org/drawingml/2006/main" noGrp="1"/>
          </p:cNvSpPr>
          <p:nvPr/>
        </p:nvSpPr>
        <p:spPr>
          <a:xfrm xmlns:a="http://schemas.openxmlformats.org/drawingml/2006/main">
            <a:off x="685800" y="6229350"/>
            <a:ext cx="904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4E6266"/>
                </a:solidFill>
                <a:latin typeface="DejaVu Sans"/>
                <a:ea typeface="DejaVu Sans"/>
                <a:cs typeface="DejaVu Sans"/>
              </a:defRPr>
            </a:defPPr>
            <a:lvl1pPr>
              <a:defRPr sz="1275" b="0">
                <a:solidFill>
                  <a:srgbClr val="4E6266"/>
                </a:solidFill>
                <a:latin typeface="DejaVu Sans"/>
                <a:ea typeface="DejaVu Sans"/>
                <a:cs typeface="DejaVu Sans"/>
              </a:defRPr>
            </a:lvl1pPr>
            <a:lvl2pPr>
              <a:defRPr sz="1275" b="0">
                <a:solidFill>
                  <a:srgbClr val="4E6266"/>
                </a:solidFill>
                <a:latin typeface="DejaVu Sans"/>
                <a:ea typeface="DejaVu Sans"/>
                <a:cs typeface="DejaVu Sans"/>
              </a:defRPr>
            </a:lvl2pPr>
            <a:lvl3pPr>
              <a:defRPr sz="1275" b="0">
                <a:solidFill>
                  <a:srgbClr val="4E6266"/>
                </a:solidFill>
                <a:latin typeface="DejaVu Sans"/>
                <a:ea typeface="DejaVu Sans"/>
                <a:cs typeface="DejaVu Sans"/>
              </a:defRPr>
            </a:lvl3pPr>
            <a:lvl4pPr>
              <a:defRPr sz="1275" b="0">
                <a:solidFill>
                  <a:srgbClr val="4E6266"/>
                </a:solidFill>
                <a:latin typeface="DejaVu Sans"/>
                <a:ea typeface="DejaVu Sans"/>
                <a:cs typeface="DejaVu Sans"/>
              </a:defRPr>
            </a:lvl4pPr>
            <a:lvl5pPr>
              <a:defRPr sz="1275" b="0">
                <a:solidFill>
                  <a:srgbClr val="4E6266"/>
                </a:solidFill>
                <a:latin typeface="DejaVu Sans"/>
                <a:ea typeface="DejaVu Sans"/>
                <a:cs typeface="DejaVu Sans"/>
              </a:defRPr>
            </a:lvl5pPr>
            <a:lvl6pPr>
              <a:defRPr sz="1275" b="0">
                <a:solidFill>
                  <a:srgbClr val="4E6266"/>
                </a:solidFill>
                <a:latin typeface="DejaVu Sans"/>
                <a:ea typeface="DejaVu Sans"/>
                <a:cs typeface="DejaVu Sans"/>
              </a:defRPr>
            </a:lvl6pPr>
            <a:lvl7pPr>
              <a:defRPr sz="1275" b="0">
                <a:solidFill>
                  <a:srgbClr val="4E6266"/>
                </a:solidFill>
                <a:latin typeface="DejaVu Sans"/>
                <a:ea typeface="DejaVu Sans"/>
                <a:cs typeface="DejaVu Sans"/>
              </a:defRPr>
            </a:lvl7pPr>
            <a:lvl8pPr>
              <a:defRPr sz="1275" b="0">
                <a:solidFill>
                  <a:srgbClr val="4E6266"/>
                </a:solidFill>
                <a:latin typeface="DejaVu Sans"/>
                <a:ea typeface="DejaVu Sans"/>
                <a:cs typeface="DejaVu Sans"/>
              </a:defRPr>
            </a:lvl8pPr>
            <a:lvl9pPr>
              <a:defRPr sz="1275" b="0">
                <a:solidFill>
                  <a:srgbClr val="4E6266"/>
                </a:solidFill>
                <a:latin typeface="DejaVu Sans"/>
                <a:ea typeface="DejaVu Sans"/>
                <a:cs typeface="DejaVu Sans"/>
              </a:defRPr>
            </a:lvl9pPr>
          </a:lstStyle>
          <a:p xmlns:a="http://schemas.openxmlformats.org/drawingml/2006/main">
            <a:pPr>
              <a:defRPr sz="1275" b="0">
                <a:solidFill>
                  <a:srgbClr val="4E6266"/>
                </a:solidFill>
                <a:latin typeface="DejaVu Sans"/>
                <a:ea typeface="DejaVu Sans"/>
                <a:cs typeface="DejaVu Sans"/>
              </a:defRPr>
            </a:pPr>
            <a:r>
              <a:rPr sz="1275" b="0">
                <a:solidFill>
                  <a:srgbClr val="4E6266"/>
                </a:solidFill>
                <a:latin typeface="DejaVu Sans"/>
                <a:ea typeface="DejaVu Sans"/>
                <a:cs typeface="DejaVu Sans"/>
              </a:rPr>
              <a:t>[TEAM NAME]   /   [MEETING DATE]</a:t>
            </a:r>
          </a:p>
        </p:txBody>
      </p:sp>
      <p:sp>
        <p:nvSpPr>
          <p:cNvPr id="6" name="prompt-0">
            <a:extLst xmlns:a="http://schemas.openxmlformats.org/drawingml/2006/main">
              <a:ext uri="{FF2B5EF4-FFF2-40B4-BE49-F238E27FC236}">
                <a16:creationId xmlns:a16="http://schemas.microsoft.com/office/drawing/2014/main" id="{CC9B7A57-346B-49DA-AE47-0F8D0DA31274}"/>
              </a:ext>
            </a:extLst>
          </p:cNvPr>
          <p:cNvSpPr>
            <a:spLocks xmlns:a="http://schemas.openxmlformats.org/drawingml/2006/main" noGrp="1"/>
          </p:cNvSpPr>
          <p:nvPr/>
        </p:nvSpPr>
        <p:spPr>
          <a:xfrm xmlns:a="http://schemas.openxmlformats.org/drawingml/2006/main">
            <a:off x="685800" y="41148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087E75"/>
                </a:solidFill>
                <a:latin typeface="DejaVu Sans"/>
                <a:ea typeface="DejaVu Sans"/>
                <a:cs typeface="DejaVu Sans"/>
              </a:defRPr>
            </a:defPPr>
            <a:lvl1pPr>
              <a:defRPr sz="1725" b="1">
                <a:solidFill>
                  <a:srgbClr val="087E75"/>
                </a:solidFill>
                <a:latin typeface="DejaVu Sans"/>
                <a:ea typeface="DejaVu Sans"/>
                <a:cs typeface="DejaVu Sans"/>
              </a:defRPr>
            </a:lvl1pPr>
            <a:lvl2pPr>
              <a:defRPr sz="1725" b="1">
                <a:solidFill>
                  <a:srgbClr val="087E75"/>
                </a:solidFill>
                <a:latin typeface="DejaVu Sans"/>
                <a:ea typeface="DejaVu Sans"/>
                <a:cs typeface="DejaVu Sans"/>
              </a:defRPr>
            </a:lvl2pPr>
            <a:lvl3pPr>
              <a:defRPr sz="1725" b="1">
                <a:solidFill>
                  <a:srgbClr val="087E75"/>
                </a:solidFill>
                <a:latin typeface="DejaVu Sans"/>
                <a:ea typeface="DejaVu Sans"/>
                <a:cs typeface="DejaVu Sans"/>
              </a:defRPr>
            </a:lvl3pPr>
            <a:lvl4pPr>
              <a:defRPr sz="1725" b="1">
                <a:solidFill>
                  <a:srgbClr val="087E75"/>
                </a:solidFill>
                <a:latin typeface="DejaVu Sans"/>
                <a:ea typeface="DejaVu Sans"/>
                <a:cs typeface="DejaVu Sans"/>
              </a:defRPr>
            </a:lvl4pPr>
            <a:lvl5pPr>
              <a:defRPr sz="1725" b="1">
                <a:solidFill>
                  <a:srgbClr val="087E75"/>
                </a:solidFill>
                <a:latin typeface="DejaVu Sans"/>
                <a:ea typeface="DejaVu Sans"/>
                <a:cs typeface="DejaVu Sans"/>
              </a:defRPr>
            </a:lvl5pPr>
            <a:lvl6pPr>
              <a:defRPr sz="1725" b="1">
                <a:solidFill>
                  <a:srgbClr val="087E75"/>
                </a:solidFill>
                <a:latin typeface="DejaVu Sans"/>
                <a:ea typeface="DejaVu Sans"/>
                <a:cs typeface="DejaVu Sans"/>
              </a:defRPr>
            </a:lvl6pPr>
            <a:lvl7pPr>
              <a:defRPr sz="1725" b="1">
                <a:solidFill>
                  <a:srgbClr val="087E75"/>
                </a:solidFill>
                <a:latin typeface="DejaVu Sans"/>
                <a:ea typeface="DejaVu Sans"/>
                <a:cs typeface="DejaVu Sans"/>
              </a:defRPr>
            </a:lvl7pPr>
            <a:lvl8pPr>
              <a:defRPr sz="1725" b="1">
                <a:solidFill>
                  <a:srgbClr val="087E75"/>
                </a:solidFill>
                <a:latin typeface="DejaVu Sans"/>
                <a:ea typeface="DejaVu Sans"/>
                <a:cs typeface="DejaVu Sans"/>
              </a:defRPr>
            </a:lvl8pPr>
            <a:lvl9pPr>
              <a:defRPr sz="1725" b="1">
                <a:solidFill>
                  <a:srgbClr val="087E75"/>
                </a:solidFill>
                <a:latin typeface="DejaVu Sans"/>
                <a:ea typeface="DejaVu Sans"/>
                <a:cs typeface="DejaVu Sans"/>
              </a:defRPr>
            </a:lvl9pPr>
          </a:lstStyle>
          <a:p xmlns:a="http://schemas.openxmlformats.org/drawingml/2006/main">
            <a:pPr>
              <a:defRPr sz="1725" b="1">
                <a:solidFill>
                  <a:srgbClr val="087E75"/>
                </a:solidFill>
                <a:latin typeface="DejaVu Sans"/>
                <a:ea typeface="DejaVu Sans"/>
                <a:cs typeface="DejaVu Sans"/>
              </a:defRPr>
            </a:pPr>
            <a:r>
              <a:rPr sz="1725" b="1">
                <a:solidFill>
                  <a:srgbClr val="087E75"/>
                </a:solidFill>
                <a:latin typeface="DejaVu Sans"/>
                <a:ea typeface="DejaVu Sans"/>
                <a:cs typeface="DejaVu Sans"/>
              </a:rPr>
              <a:t>Progress</a:t>
            </a:r>
          </a:p>
        </p:txBody>
      </p:sp>
      <p:sp>
        <p:nvSpPr>
          <p:cNvPr id="7" name="content-0">
            <a:extLst xmlns:a="http://schemas.openxmlformats.org/drawingml/2006/main">
              <a:ext uri="{FF2B5EF4-FFF2-40B4-BE49-F238E27FC236}">
                <a16:creationId xmlns:a16="http://schemas.microsoft.com/office/drawing/2014/main" id="{381A70A8-0904-477B-911D-9E9456676D42}"/>
              </a:ext>
            </a:extLst>
          </p:cNvPr>
          <p:cNvSpPr>
            <a:spLocks xmlns:a="http://schemas.openxmlformats.org/drawingml/2006/main" noGrp="1"/>
          </p:cNvSpPr>
          <p:nvPr/>
        </p:nvSpPr>
        <p:spPr>
          <a:xfrm xmlns:a="http://schemas.openxmlformats.org/drawingml/2006/main">
            <a:off x="2381250" y="4114800"/>
            <a:ext cx="652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122D33"/>
                </a:solidFill>
                <a:latin typeface="DejaVu Sans"/>
                <a:ea typeface="DejaVu Sans"/>
                <a:cs typeface="DejaVu Sans"/>
              </a:defRPr>
            </a:defPPr>
            <a:lvl1pPr>
              <a:defRPr sz="1725" b="0">
                <a:solidFill>
                  <a:srgbClr val="122D33"/>
                </a:solidFill>
                <a:latin typeface="DejaVu Sans"/>
                <a:ea typeface="DejaVu Sans"/>
                <a:cs typeface="DejaVu Sans"/>
              </a:defRPr>
            </a:lvl1pPr>
            <a:lvl2pPr>
              <a:defRPr sz="1725" b="0">
                <a:solidFill>
                  <a:srgbClr val="122D33"/>
                </a:solidFill>
                <a:latin typeface="DejaVu Sans"/>
                <a:ea typeface="DejaVu Sans"/>
                <a:cs typeface="DejaVu Sans"/>
              </a:defRPr>
            </a:lvl2pPr>
            <a:lvl3pPr>
              <a:defRPr sz="1725" b="0">
                <a:solidFill>
                  <a:srgbClr val="122D33"/>
                </a:solidFill>
                <a:latin typeface="DejaVu Sans"/>
                <a:ea typeface="DejaVu Sans"/>
                <a:cs typeface="DejaVu Sans"/>
              </a:defRPr>
            </a:lvl3pPr>
            <a:lvl4pPr>
              <a:defRPr sz="1725" b="0">
                <a:solidFill>
                  <a:srgbClr val="122D33"/>
                </a:solidFill>
                <a:latin typeface="DejaVu Sans"/>
                <a:ea typeface="DejaVu Sans"/>
                <a:cs typeface="DejaVu Sans"/>
              </a:defRPr>
            </a:lvl4pPr>
            <a:lvl5pPr>
              <a:defRPr sz="1725" b="0">
                <a:solidFill>
                  <a:srgbClr val="122D33"/>
                </a:solidFill>
                <a:latin typeface="DejaVu Sans"/>
                <a:ea typeface="DejaVu Sans"/>
                <a:cs typeface="DejaVu Sans"/>
              </a:defRPr>
            </a:lvl5pPr>
            <a:lvl6pPr>
              <a:defRPr sz="1725" b="0">
                <a:solidFill>
                  <a:srgbClr val="122D33"/>
                </a:solidFill>
                <a:latin typeface="DejaVu Sans"/>
                <a:ea typeface="DejaVu Sans"/>
                <a:cs typeface="DejaVu Sans"/>
              </a:defRPr>
            </a:lvl6pPr>
            <a:lvl7pPr>
              <a:defRPr sz="1725" b="0">
                <a:solidFill>
                  <a:srgbClr val="122D33"/>
                </a:solidFill>
                <a:latin typeface="DejaVu Sans"/>
                <a:ea typeface="DejaVu Sans"/>
                <a:cs typeface="DejaVu Sans"/>
              </a:defRPr>
            </a:lvl7pPr>
            <a:lvl8pPr>
              <a:defRPr sz="1725" b="0">
                <a:solidFill>
                  <a:srgbClr val="122D33"/>
                </a:solidFill>
                <a:latin typeface="DejaVu Sans"/>
                <a:ea typeface="DejaVu Sans"/>
                <a:cs typeface="DejaVu Sans"/>
              </a:defRPr>
            </a:lvl8pPr>
            <a:lvl9pPr>
              <a:defRPr sz="1725" b="0">
                <a:solidFill>
                  <a:srgbClr val="122D33"/>
                </a:solidFill>
                <a:latin typeface="DejaVu Sans"/>
                <a:ea typeface="DejaVu Sans"/>
                <a:cs typeface="DejaVu Sans"/>
              </a:defRPr>
            </a:lvl9pPr>
          </a:lstStyle>
          <a:p xmlns:a="http://schemas.openxmlformats.org/drawingml/2006/main">
            <a:pPr>
              <a:defRPr sz="1725" b="0">
                <a:solidFill>
                  <a:srgbClr val="122D33"/>
                </a:solidFill>
                <a:latin typeface="DejaVu Sans"/>
                <a:ea typeface="DejaVu Sans"/>
                <a:cs typeface="DejaVu Sans"/>
              </a:defRPr>
            </a:pPr>
            <a:r>
              <a:rPr sz="1725" b="0">
                <a:solidFill>
                  <a:srgbClr val="122D33"/>
                </a:solidFill>
                <a:latin typeface="DejaVu Sans"/>
                <a:ea typeface="DejaVu Sans"/>
                <a:cs typeface="DejaVu Sans"/>
              </a:rPr>
              <a:t>[What changed since last week?]</a:t>
            </a:r>
          </a:p>
        </p:txBody>
      </p:sp>
      <p:sp>
        <p:nvSpPr>
          <p:cNvPr id="8" name="prompt-1">
            <a:extLst xmlns:a="http://schemas.openxmlformats.org/drawingml/2006/main">
              <a:ext uri="{FF2B5EF4-FFF2-40B4-BE49-F238E27FC236}">
                <a16:creationId xmlns:a16="http://schemas.microsoft.com/office/drawing/2014/main" id="{2A9DBCA7-AE95-4138-9D8B-845127DF5431}"/>
              </a:ext>
            </a:extLst>
          </p:cNvPr>
          <p:cNvSpPr>
            <a:spLocks xmlns:a="http://schemas.openxmlformats.org/drawingml/2006/main" noGrp="1"/>
          </p:cNvSpPr>
          <p:nvPr/>
        </p:nvSpPr>
        <p:spPr>
          <a:xfrm xmlns:a="http://schemas.openxmlformats.org/drawingml/2006/main">
            <a:off x="685800" y="473392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087E75"/>
                </a:solidFill>
                <a:latin typeface="DejaVu Sans"/>
                <a:ea typeface="DejaVu Sans"/>
                <a:cs typeface="DejaVu Sans"/>
              </a:defRPr>
            </a:defPPr>
            <a:lvl1pPr>
              <a:defRPr sz="1725" b="1">
                <a:solidFill>
                  <a:srgbClr val="087E75"/>
                </a:solidFill>
                <a:latin typeface="DejaVu Sans"/>
                <a:ea typeface="DejaVu Sans"/>
                <a:cs typeface="DejaVu Sans"/>
              </a:defRPr>
            </a:lvl1pPr>
            <a:lvl2pPr>
              <a:defRPr sz="1725" b="1">
                <a:solidFill>
                  <a:srgbClr val="087E75"/>
                </a:solidFill>
                <a:latin typeface="DejaVu Sans"/>
                <a:ea typeface="DejaVu Sans"/>
                <a:cs typeface="DejaVu Sans"/>
              </a:defRPr>
            </a:lvl2pPr>
            <a:lvl3pPr>
              <a:defRPr sz="1725" b="1">
                <a:solidFill>
                  <a:srgbClr val="087E75"/>
                </a:solidFill>
                <a:latin typeface="DejaVu Sans"/>
                <a:ea typeface="DejaVu Sans"/>
                <a:cs typeface="DejaVu Sans"/>
              </a:defRPr>
            </a:lvl3pPr>
            <a:lvl4pPr>
              <a:defRPr sz="1725" b="1">
                <a:solidFill>
                  <a:srgbClr val="087E75"/>
                </a:solidFill>
                <a:latin typeface="DejaVu Sans"/>
                <a:ea typeface="DejaVu Sans"/>
                <a:cs typeface="DejaVu Sans"/>
              </a:defRPr>
            </a:lvl4pPr>
            <a:lvl5pPr>
              <a:defRPr sz="1725" b="1">
                <a:solidFill>
                  <a:srgbClr val="087E75"/>
                </a:solidFill>
                <a:latin typeface="DejaVu Sans"/>
                <a:ea typeface="DejaVu Sans"/>
                <a:cs typeface="DejaVu Sans"/>
              </a:defRPr>
            </a:lvl5pPr>
            <a:lvl6pPr>
              <a:defRPr sz="1725" b="1">
                <a:solidFill>
                  <a:srgbClr val="087E75"/>
                </a:solidFill>
                <a:latin typeface="DejaVu Sans"/>
                <a:ea typeface="DejaVu Sans"/>
                <a:cs typeface="DejaVu Sans"/>
              </a:defRPr>
            </a:lvl6pPr>
            <a:lvl7pPr>
              <a:defRPr sz="1725" b="1">
                <a:solidFill>
                  <a:srgbClr val="087E75"/>
                </a:solidFill>
                <a:latin typeface="DejaVu Sans"/>
                <a:ea typeface="DejaVu Sans"/>
                <a:cs typeface="DejaVu Sans"/>
              </a:defRPr>
            </a:lvl7pPr>
            <a:lvl8pPr>
              <a:defRPr sz="1725" b="1">
                <a:solidFill>
                  <a:srgbClr val="087E75"/>
                </a:solidFill>
                <a:latin typeface="DejaVu Sans"/>
                <a:ea typeface="DejaVu Sans"/>
                <a:cs typeface="DejaVu Sans"/>
              </a:defRPr>
            </a:lvl8pPr>
            <a:lvl9pPr>
              <a:defRPr sz="1725" b="1">
                <a:solidFill>
                  <a:srgbClr val="087E75"/>
                </a:solidFill>
                <a:latin typeface="DejaVu Sans"/>
                <a:ea typeface="DejaVu Sans"/>
                <a:cs typeface="DejaVu Sans"/>
              </a:defRPr>
            </a:lvl9pPr>
          </a:lstStyle>
          <a:p xmlns:a="http://schemas.openxmlformats.org/drawingml/2006/main">
            <a:pPr>
              <a:defRPr sz="1725" b="1">
                <a:solidFill>
                  <a:srgbClr val="087E75"/>
                </a:solidFill>
                <a:latin typeface="DejaVu Sans"/>
                <a:ea typeface="DejaVu Sans"/>
                <a:cs typeface="DejaVu Sans"/>
              </a:defRPr>
            </a:pPr>
            <a:r>
              <a:rPr sz="1725" b="1">
                <a:solidFill>
                  <a:srgbClr val="087E75"/>
                </a:solidFill>
                <a:latin typeface="DejaVu Sans"/>
                <a:ea typeface="DejaVu Sans"/>
                <a:cs typeface="DejaVu Sans"/>
              </a:rPr>
              <a:t>Evidence</a:t>
            </a:r>
          </a:p>
        </p:txBody>
      </p:sp>
      <p:sp>
        <p:nvSpPr>
          <p:cNvPr id="9" name="content-1">
            <a:extLst xmlns:a="http://schemas.openxmlformats.org/drawingml/2006/main">
              <a:ext uri="{FF2B5EF4-FFF2-40B4-BE49-F238E27FC236}">
                <a16:creationId xmlns:a16="http://schemas.microsoft.com/office/drawing/2014/main" id="{F81E1199-F2E1-4AD5-85BE-2C1D1489936C}"/>
              </a:ext>
            </a:extLst>
          </p:cNvPr>
          <p:cNvSpPr>
            <a:spLocks xmlns:a="http://schemas.openxmlformats.org/drawingml/2006/main" noGrp="1"/>
          </p:cNvSpPr>
          <p:nvPr/>
        </p:nvSpPr>
        <p:spPr>
          <a:xfrm xmlns:a="http://schemas.openxmlformats.org/drawingml/2006/main">
            <a:off x="2381250" y="4733925"/>
            <a:ext cx="652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122D33"/>
                </a:solidFill>
                <a:latin typeface="DejaVu Sans"/>
                <a:ea typeface="DejaVu Sans"/>
                <a:cs typeface="DejaVu Sans"/>
              </a:defRPr>
            </a:defPPr>
            <a:lvl1pPr>
              <a:defRPr sz="1725" b="0">
                <a:solidFill>
                  <a:srgbClr val="122D33"/>
                </a:solidFill>
                <a:latin typeface="DejaVu Sans"/>
                <a:ea typeface="DejaVu Sans"/>
                <a:cs typeface="DejaVu Sans"/>
              </a:defRPr>
            </a:lvl1pPr>
            <a:lvl2pPr>
              <a:defRPr sz="1725" b="0">
                <a:solidFill>
                  <a:srgbClr val="122D33"/>
                </a:solidFill>
                <a:latin typeface="DejaVu Sans"/>
                <a:ea typeface="DejaVu Sans"/>
                <a:cs typeface="DejaVu Sans"/>
              </a:defRPr>
            </a:lvl2pPr>
            <a:lvl3pPr>
              <a:defRPr sz="1725" b="0">
                <a:solidFill>
                  <a:srgbClr val="122D33"/>
                </a:solidFill>
                <a:latin typeface="DejaVu Sans"/>
                <a:ea typeface="DejaVu Sans"/>
                <a:cs typeface="DejaVu Sans"/>
              </a:defRPr>
            </a:lvl3pPr>
            <a:lvl4pPr>
              <a:defRPr sz="1725" b="0">
                <a:solidFill>
                  <a:srgbClr val="122D33"/>
                </a:solidFill>
                <a:latin typeface="DejaVu Sans"/>
                <a:ea typeface="DejaVu Sans"/>
                <a:cs typeface="DejaVu Sans"/>
              </a:defRPr>
            </a:lvl4pPr>
            <a:lvl5pPr>
              <a:defRPr sz="1725" b="0">
                <a:solidFill>
                  <a:srgbClr val="122D33"/>
                </a:solidFill>
                <a:latin typeface="DejaVu Sans"/>
                <a:ea typeface="DejaVu Sans"/>
                <a:cs typeface="DejaVu Sans"/>
              </a:defRPr>
            </a:lvl5pPr>
            <a:lvl6pPr>
              <a:defRPr sz="1725" b="0">
                <a:solidFill>
                  <a:srgbClr val="122D33"/>
                </a:solidFill>
                <a:latin typeface="DejaVu Sans"/>
                <a:ea typeface="DejaVu Sans"/>
                <a:cs typeface="DejaVu Sans"/>
              </a:defRPr>
            </a:lvl6pPr>
            <a:lvl7pPr>
              <a:defRPr sz="1725" b="0">
                <a:solidFill>
                  <a:srgbClr val="122D33"/>
                </a:solidFill>
                <a:latin typeface="DejaVu Sans"/>
                <a:ea typeface="DejaVu Sans"/>
                <a:cs typeface="DejaVu Sans"/>
              </a:defRPr>
            </a:lvl7pPr>
            <a:lvl8pPr>
              <a:defRPr sz="1725" b="0">
                <a:solidFill>
                  <a:srgbClr val="122D33"/>
                </a:solidFill>
                <a:latin typeface="DejaVu Sans"/>
                <a:ea typeface="DejaVu Sans"/>
                <a:cs typeface="DejaVu Sans"/>
              </a:defRPr>
            </a:lvl8pPr>
            <a:lvl9pPr>
              <a:defRPr sz="1725" b="0">
                <a:solidFill>
                  <a:srgbClr val="122D33"/>
                </a:solidFill>
                <a:latin typeface="DejaVu Sans"/>
                <a:ea typeface="DejaVu Sans"/>
                <a:cs typeface="DejaVu Sans"/>
              </a:defRPr>
            </a:lvl9pPr>
          </a:lstStyle>
          <a:p xmlns:a="http://schemas.openxmlformats.org/drawingml/2006/main">
            <a:pPr>
              <a:defRPr sz="1725" b="0">
                <a:solidFill>
                  <a:srgbClr val="122D33"/>
                </a:solidFill>
                <a:latin typeface="DejaVu Sans"/>
                <a:ea typeface="DejaVu Sans"/>
                <a:cs typeface="DejaVu Sans"/>
              </a:defRPr>
            </a:pPr>
            <a:r>
              <a:rPr sz="1725" b="0">
                <a:solidFill>
                  <a:srgbClr val="122D33"/>
                </a:solidFill>
                <a:latin typeface="DejaVu Sans"/>
                <a:ea typeface="DejaVu Sans"/>
                <a:cs typeface="DejaVu Sans"/>
              </a:rPr>
              <a:t>[A result, example, or supporting link]</a:t>
            </a:r>
          </a:p>
        </p:txBody>
      </p:sp>
      <p:sp>
        <p:nvSpPr>
          <p:cNvPr id="10" name="prompt-2">
            <a:extLst xmlns:a="http://schemas.openxmlformats.org/drawingml/2006/main">
              <a:ext uri="{FF2B5EF4-FFF2-40B4-BE49-F238E27FC236}">
                <a16:creationId xmlns:a16="http://schemas.microsoft.com/office/drawing/2014/main" id="{4CB57972-1505-4D26-A85E-68BCCC1A5C51}"/>
              </a:ext>
            </a:extLst>
          </p:cNvPr>
          <p:cNvSpPr>
            <a:spLocks xmlns:a="http://schemas.openxmlformats.org/drawingml/2006/main" noGrp="1"/>
          </p:cNvSpPr>
          <p:nvPr/>
        </p:nvSpPr>
        <p:spPr>
          <a:xfrm xmlns:a="http://schemas.openxmlformats.org/drawingml/2006/main">
            <a:off x="685800" y="535305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087E75"/>
                </a:solidFill>
                <a:latin typeface="DejaVu Sans"/>
                <a:ea typeface="DejaVu Sans"/>
                <a:cs typeface="DejaVu Sans"/>
              </a:defRPr>
            </a:defPPr>
            <a:lvl1pPr>
              <a:defRPr sz="1725" b="1">
                <a:solidFill>
                  <a:srgbClr val="087E75"/>
                </a:solidFill>
                <a:latin typeface="DejaVu Sans"/>
                <a:ea typeface="DejaVu Sans"/>
                <a:cs typeface="DejaVu Sans"/>
              </a:defRPr>
            </a:lvl1pPr>
            <a:lvl2pPr>
              <a:defRPr sz="1725" b="1">
                <a:solidFill>
                  <a:srgbClr val="087E75"/>
                </a:solidFill>
                <a:latin typeface="DejaVu Sans"/>
                <a:ea typeface="DejaVu Sans"/>
                <a:cs typeface="DejaVu Sans"/>
              </a:defRPr>
            </a:lvl2pPr>
            <a:lvl3pPr>
              <a:defRPr sz="1725" b="1">
                <a:solidFill>
                  <a:srgbClr val="087E75"/>
                </a:solidFill>
                <a:latin typeface="DejaVu Sans"/>
                <a:ea typeface="DejaVu Sans"/>
                <a:cs typeface="DejaVu Sans"/>
              </a:defRPr>
            </a:lvl3pPr>
            <a:lvl4pPr>
              <a:defRPr sz="1725" b="1">
                <a:solidFill>
                  <a:srgbClr val="087E75"/>
                </a:solidFill>
                <a:latin typeface="DejaVu Sans"/>
                <a:ea typeface="DejaVu Sans"/>
                <a:cs typeface="DejaVu Sans"/>
              </a:defRPr>
            </a:lvl4pPr>
            <a:lvl5pPr>
              <a:defRPr sz="1725" b="1">
                <a:solidFill>
                  <a:srgbClr val="087E75"/>
                </a:solidFill>
                <a:latin typeface="DejaVu Sans"/>
                <a:ea typeface="DejaVu Sans"/>
                <a:cs typeface="DejaVu Sans"/>
              </a:defRPr>
            </a:lvl5pPr>
            <a:lvl6pPr>
              <a:defRPr sz="1725" b="1">
                <a:solidFill>
                  <a:srgbClr val="087E75"/>
                </a:solidFill>
                <a:latin typeface="DejaVu Sans"/>
                <a:ea typeface="DejaVu Sans"/>
                <a:cs typeface="DejaVu Sans"/>
              </a:defRPr>
            </a:lvl6pPr>
            <a:lvl7pPr>
              <a:defRPr sz="1725" b="1">
                <a:solidFill>
                  <a:srgbClr val="087E75"/>
                </a:solidFill>
                <a:latin typeface="DejaVu Sans"/>
                <a:ea typeface="DejaVu Sans"/>
                <a:cs typeface="DejaVu Sans"/>
              </a:defRPr>
            </a:lvl7pPr>
            <a:lvl8pPr>
              <a:defRPr sz="1725" b="1">
                <a:solidFill>
                  <a:srgbClr val="087E75"/>
                </a:solidFill>
                <a:latin typeface="DejaVu Sans"/>
                <a:ea typeface="DejaVu Sans"/>
                <a:cs typeface="DejaVu Sans"/>
              </a:defRPr>
            </a:lvl8pPr>
            <a:lvl9pPr>
              <a:defRPr sz="1725" b="1">
                <a:solidFill>
                  <a:srgbClr val="087E75"/>
                </a:solidFill>
                <a:latin typeface="DejaVu Sans"/>
                <a:ea typeface="DejaVu Sans"/>
                <a:cs typeface="DejaVu Sans"/>
              </a:defRPr>
            </a:lvl9pPr>
          </a:lstStyle>
          <a:p xmlns:a="http://schemas.openxmlformats.org/drawingml/2006/main">
            <a:pPr>
              <a:defRPr sz="1725" b="1">
                <a:solidFill>
                  <a:srgbClr val="087E75"/>
                </a:solidFill>
                <a:latin typeface="DejaVu Sans"/>
                <a:ea typeface="DejaVu Sans"/>
                <a:cs typeface="DejaVu Sans"/>
              </a:defRPr>
            </a:pPr>
            <a:r>
              <a:rPr sz="1725" b="1">
                <a:solidFill>
                  <a:srgbClr val="087E75"/>
                </a:solidFill>
                <a:latin typeface="DejaVu Sans"/>
                <a:ea typeface="DejaVu Sans"/>
                <a:cs typeface="DejaVu Sans"/>
              </a:rPr>
              <a:t>Next step</a:t>
            </a:r>
          </a:p>
        </p:txBody>
      </p:sp>
      <p:sp>
        <p:nvSpPr>
          <p:cNvPr id="11" name="content-2">
            <a:extLst xmlns:a="http://schemas.openxmlformats.org/drawingml/2006/main">
              <a:ext uri="{FF2B5EF4-FFF2-40B4-BE49-F238E27FC236}">
                <a16:creationId xmlns:a16="http://schemas.microsoft.com/office/drawing/2014/main" id="{5907A61B-E18C-4B74-8F3E-26DB7536C0F2}"/>
              </a:ext>
            </a:extLst>
          </p:cNvPr>
          <p:cNvSpPr>
            <a:spLocks xmlns:a="http://schemas.openxmlformats.org/drawingml/2006/main" noGrp="1"/>
          </p:cNvSpPr>
          <p:nvPr/>
        </p:nvSpPr>
        <p:spPr>
          <a:xfrm xmlns:a="http://schemas.openxmlformats.org/drawingml/2006/main">
            <a:off x="2381250" y="5353050"/>
            <a:ext cx="652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122D33"/>
                </a:solidFill>
                <a:latin typeface="DejaVu Sans"/>
                <a:ea typeface="DejaVu Sans"/>
                <a:cs typeface="DejaVu Sans"/>
              </a:defRPr>
            </a:defPPr>
            <a:lvl1pPr>
              <a:defRPr sz="1725" b="0">
                <a:solidFill>
                  <a:srgbClr val="122D33"/>
                </a:solidFill>
                <a:latin typeface="DejaVu Sans"/>
                <a:ea typeface="DejaVu Sans"/>
                <a:cs typeface="DejaVu Sans"/>
              </a:defRPr>
            </a:lvl1pPr>
            <a:lvl2pPr>
              <a:defRPr sz="1725" b="0">
                <a:solidFill>
                  <a:srgbClr val="122D33"/>
                </a:solidFill>
                <a:latin typeface="DejaVu Sans"/>
                <a:ea typeface="DejaVu Sans"/>
                <a:cs typeface="DejaVu Sans"/>
              </a:defRPr>
            </a:lvl2pPr>
            <a:lvl3pPr>
              <a:defRPr sz="1725" b="0">
                <a:solidFill>
                  <a:srgbClr val="122D33"/>
                </a:solidFill>
                <a:latin typeface="DejaVu Sans"/>
                <a:ea typeface="DejaVu Sans"/>
                <a:cs typeface="DejaVu Sans"/>
              </a:defRPr>
            </a:lvl3pPr>
            <a:lvl4pPr>
              <a:defRPr sz="1725" b="0">
                <a:solidFill>
                  <a:srgbClr val="122D33"/>
                </a:solidFill>
                <a:latin typeface="DejaVu Sans"/>
                <a:ea typeface="DejaVu Sans"/>
                <a:cs typeface="DejaVu Sans"/>
              </a:defRPr>
            </a:lvl4pPr>
            <a:lvl5pPr>
              <a:defRPr sz="1725" b="0">
                <a:solidFill>
                  <a:srgbClr val="122D33"/>
                </a:solidFill>
                <a:latin typeface="DejaVu Sans"/>
                <a:ea typeface="DejaVu Sans"/>
                <a:cs typeface="DejaVu Sans"/>
              </a:defRPr>
            </a:lvl5pPr>
            <a:lvl6pPr>
              <a:defRPr sz="1725" b="0">
                <a:solidFill>
                  <a:srgbClr val="122D33"/>
                </a:solidFill>
                <a:latin typeface="DejaVu Sans"/>
                <a:ea typeface="DejaVu Sans"/>
                <a:cs typeface="DejaVu Sans"/>
              </a:defRPr>
            </a:lvl6pPr>
            <a:lvl7pPr>
              <a:defRPr sz="1725" b="0">
                <a:solidFill>
                  <a:srgbClr val="122D33"/>
                </a:solidFill>
                <a:latin typeface="DejaVu Sans"/>
                <a:ea typeface="DejaVu Sans"/>
                <a:cs typeface="DejaVu Sans"/>
              </a:defRPr>
            </a:lvl7pPr>
            <a:lvl8pPr>
              <a:defRPr sz="1725" b="0">
                <a:solidFill>
                  <a:srgbClr val="122D33"/>
                </a:solidFill>
                <a:latin typeface="DejaVu Sans"/>
                <a:ea typeface="DejaVu Sans"/>
                <a:cs typeface="DejaVu Sans"/>
              </a:defRPr>
            </a:lvl8pPr>
            <a:lvl9pPr>
              <a:defRPr sz="1725" b="0">
                <a:solidFill>
                  <a:srgbClr val="122D33"/>
                </a:solidFill>
                <a:latin typeface="DejaVu Sans"/>
                <a:ea typeface="DejaVu Sans"/>
                <a:cs typeface="DejaVu Sans"/>
              </a:defRPr>
            </a:lvl9pPr>
          </a:lstStyle>
          <a:p xmlns:a="http://schemas.openxmlformats.org/drawingml/2006/main">
            <a:pPr>
              <a:defRPr sz="1725" b="0">
                <a:solidFill>
                  <a:srgbClr val="122D33"/>
                </a:solidFill>
                <a:latin typeface="DejaVu Sans"/>
                <a:ea typeface="DejaVu Sans"/>
                <a:cs typeface="DejaVu Sans"/>
              </a:defRPr>
            </a:pPr>
            <a:r>
              <a:rPr sz="1725" b="0">
                <a:solidFill>
                  <a:srgbClr val="122D33"/>
                </a:solidFill>
                <a:latin typeface="DejaVu Sans"/>
                <a:ea typeface="DejaVu Sans"/>
                <a:cs typeface="DejaVu Sans"/>
              </a:rPr>
              <a:t>[What happens next? Any help needed?]</a:t>
            </a:r>
          </a:p>
        </p:txBody>
      </p:sp>
    </p:spTree>
    <p:extLst>
      <p:ext uri="{BB962C8B-B14F-4D97-AF65-F5344CB8AC3E}">
        <p14:creationId xmlns:p14="http://schemas.microsoft.com/office/powerpoint/2010/main" val="764643484"/>
      </p:ext>
    </p:extLst>
  </p:cSld>
</p:sld>
</file>

<file path=ppt/slides/slide4.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12" name="label">
            <a:extLst xmlns:a="http://schemas.openxmlformats.org/drawingml/2006/main">
              <a:ext uri="{FF2B5EF4-FFF2-40B4-BE49-F238E27FC236}">
                <a16:creationId xmlns:a16="http://schemas.microsoft.com/office/drawing/2014/main" id="{1AC93F9E-9D3A-4297-9A5B-D7971E9FBBEF}"/>
              </a:ext>
            </a:extLst>
          </p:cNvPr>
          <p:cNvSpPr>
            <a:spLocks xmlns:a="http://schemas.openxmlformats.org/drawingml/2006/main" noGrp="1"/>
          </p:cNvSpPr>
          <p:nvPr/>
        </p:nvSpPr>
        <p:spPr>
          <a:xfrm xmlns:a="http://schemas.openxmlformats.org/drawingml/2006/main">
            <a:off x="685800" y="457200"/>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087E75"/>
                </a:solidFill>
                <a:latin typeface="DejaVu Sans"/>
                <a:ea typeface="DejaVu Sans"/>
                <a:cs typeface="DejaVu Sans"/>
              </a:defRPr>
            </a:defPPr>
            <a:lvl1pPr>
              <a:defRPr sz="1275" b="1">
                <a:solidFill>
                  <a:srgbClr val="087E75"/>
                </a:solidFill>
                <a:latin typeface="DejaVu Sans"/>
                <a:ea typeface="DejaVu Sans"/>
                <a:cs typeface="DejaVu Sans"/>
              </a:defRPr>
            </a:lvl1pPr>
            <a:lvl2pPr>
              <a:defRPr sz="1275" b="1">
                <a:solidFill>
                  <a:srgbClr val="087E75"/>
                </a:solidFill>
                <a:latin typeface="DejaVu Sans"/>
                <a:ea typeface="DejaVu Sans"/>
                <a:cs typeface="DejaVu Sans"/>
              </a:defRPr>
            </a:lvl2pPr>
            <a:lvl3pPr>
              <a:defRPr sz="1275" b="1">
                <a:solidFill>
                  <a:srgbClr val="087E75"/>
                </a:solidFill>
                <a:latin typeface="DejaVu Sans"/>
                <a:ea typeface="DejaVu Sans"/>
                <a:cs typeface="DejaVu Sans"/>
              </a:defRPr>
            </a:lvl3pPr>
            <a:lvl4pPr>
              <a:defRPr sz="1275" b="1">
                <a:solidFill>
                  <a:srgbClr val="087E75"/>
                </a:solidFill>
                <a:latin typeface="DejaVu Sans"/>
                <a:ea typeface="DejaVu Sans"/>
                <a:cs typeface="DejaVu Sans"/>
              </a:defRPr>
            </a:lvl4pPr>
            <a:lvl5pPr>
              <a:defRPr sz="1275" b="1">
                <a:solidFill>
                  <a:srgbClr val="087E75"/>
                </a:solidFill>
                <a:latin typeface="DejaVu Sans"/>
                <a:ea typeface="DejaVu Sans"/>
                <a:cs typeface="DejaVu Sans"/>
              </a:defRPr>
            </a:lvl5pPr>
            <a:lvl6pPr>
              <a:defRPr sz="1275" b="1">
                <a:solidFill>
                  <a:srgbClr val="087E75"/>
                </a:solidFill>
                <a:latin typeface="DejaVu Sans"/>
                <a:ea typeface="DejaVu Sans"/>
                <a:cs typeface="DejaVu Sans"/>
              </a:defRPr>
            </a:lvl6pPr>
            <a:lvl7pPr>
              <a:defRPr sz="1275" b="1">
                <a:solidFill>
                  <a:srgbClr val="087E75"/>
                </a:solidFill>
                <a:latin typeface="DejaVu Sans"/>
                <a:ea typeface="DejaVu Sans"/>
                <a:cs typeface="DejaVu Sans"/>
              </a:defRPr>
            </a:lvl7pPr>
            <a:lvl8pPr>
              <a:defRPr sz="1275" b="1">
                <a:solidFill>
                  <a:srgbClr val="087E75"/>
                </a:solidFill>
                <a:latin typeface="DejaVu Sans"/>
                <a:ea typeface="DejaVu Sans"/>
                <a:cs typeface="DejaVu Sans"/>
              </a:defRPr>
            </a:lvl8pPr>
            <a:lvl9pPr>
              <a:defRPr sz="1275" b="1">
                <a:solidFill>
                  <a:srgbClr val="087E75"/>
                </a:solidFill>
                <a:latin typeface="DejaVu Sans"/>
                <a:ea typeface="DejaVu Sans"/>
                <a:cs typeface="DejaVu Sans"/>
              </a:defRPr>
            </a:lvl9pPr>
          </a:lstStyle>
          <a:p xmlns:a="http://schemas.openxmlformats.org/drawingml/2006/main">
            <a:pPr>
              <a:defRPr sz="1275" b="1">
                <a:solidFill>
                  <a:srgbClr val="087E75"/>
                </a:solidFill>
                <a:latin typeface="DejaVu Sans"/>
                <a:ea typeface="DejaVu Sans"/>
                <a:cs typeface="DejaVu Sans"/>
              </a:defRPr>
            </a:pPr>
            <a:r>
              <a:rPr sz="1275" b="1">
                <a:solidFill>
                  <a:srgbClr val="087E75"/>
                </a:solidFill>
                <a:latin typeface="DejaVu Sans"/>
                <a:ea typeface="DejaVu Sans"/>
                <a:cs typeface="DejaVu Sans"/>
              </a:rPr>
              <a:t>PRESENTER UPDATE</a:t>
            </a:r>
          </a:p>
        </p:txBody>
      </p:sp>
      <p:sp>
        <p:nvSpPr>
          <p:cNvPr id="2" name="title">
            <a:extLst xmlns:a="http://schemas.openxmlformats.org/drawingml/2006/main">
              <a:ext uri="{FF2B5EF4-FFF2-40B4-BE49-F238E27FC236}">
                <a16:creationId xmlns:a16="http://schemas.microsoft.com/office/drawing/2014/main" id="{C1229330-4B8C-433A-99D0-8D18DA2A6CB0}"/>
              </a:ext>
            </a:extLst>
          </p:cNvPr>
          <p:cNvSpPr>
            <a:spLocks xmlns:a="http://schemas.openxmlformats.org/drawingml/2006/main" noGrp="1"/>
          </p:cNvSpPr>
          <p:nvPr/>
        </p:nvSpPr>
        <p:spPr>
          <a:xfrm xmlns:a="http://schemas.openxmlformats.org/drawingml/2006/main">
            <a:off x="685800" y="1257300"/>
            <a:ext cx="8001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800" b="1">
                <a:solidFill>
                  <a:srgbClr val="122D33"/>
                </a:solidFill>
                <a:latin typeface="DejaVu Sans"/>
                <a:ea typeface="DejaVu Sans"/>
                <a:cs typeface="DejaVu Sans"/>
              </a:defRPr>
            </a:defPPr>
            <a:lvl1pPr>
              <a:defRPr sz="4800" b="1">
                <a:solidFill>
                  <a:srgbClr val="122D33"/>
                </a:solidFill>
                <a:latin typeface="DejaVu Sans"/>
                <a:ea typeface="DejaVu Sans"/>
                <a:cs typeface="DejaVu Sans"/>
              </a:defRPr>
            </a:lvl1pPr>
            <a:lvl2pPr>
              <a:defRPr sz="4800" b="1">
                <a:solidFill>
                  <a:srgbClr val="122D33"/>
                </a:solidFill>
                <a:latin typeface="DejaVu Sans"/>
                <a:ea typeface="DejaVu Sans"/>
                <a:cs typeface="DejaVu Sans"/>
              </a:defRPr>
            </a:lvl2pPr>
            <a:lvl3pPr>
              <a:defRPr sz="4800" b="1">
                <a:solidFill>
                  <a:srgbClr val="122D33"/>
                </a:solidFill>
                <a:latin typeface="DejaVu Sans"/>
                <a:ea typeface="DejaVu Sans"/>
                <a:cs typeface="DejaVu Sans"/>
              </a:defRPr>
            </a:lvl3pPr>
            <a:lvl4pPr>
              <a:defRPr sz="4800" b="1">
                <a:solidFill>
                  <a:srgbClr val="122D33"/>
                </a:solidFill>
                <a:latin typeface="DejaVu Sans"/>
                <a:ea typeface="DejaVu Sans"/>
                <a:cs typeface="DejaVu Sans"/>
              </a:defRPr>
            </a:lvl4pPr>
            <a:lvl5pPr>
              <a:defRPr sz="4800" b="1">
                <a:solidFill>
                  <a:srgbClr val="122D33"/>
                </a:solidFill>
                <a:latin typeface="DejaVu Sans"/>
                <a:ea typeface="DejaVu Sans"/>
                <a:cs typeface="DejaVu Sans"/>
              </a:defRPr>
            </a:lvl5pPr>
            <a:lvl6pPr>
              <a:defRPr sz="4800" b="1">
                <a:solidFill>
                  <a:srgbClr val="122D33"/>
                </a:solidFill>
                <a:latin typeface="DejaVu Sans"/>
                <a:ea typeface="DejaVu Sans"/>
                <a:cs typeface="DejaVu Sans"/>
              </a:defRPr>
            </a:lvl6pPr>
            <a:lvl7pPr>
              <a:defRPr sz="4800" b="1">
                <a:solidFill>
                  <a:srgbClr val="122D33"/>
                </a:solidFill>
                <a:latin typeface="DejaVu Sans"/>
                <a:ea typeface="DejaVu Sans"/>
                <a:cs typeface="DejaVu Sans"/>
              </a:defRPr>
            </a:lvl7pPr>
            <a:lvl8pPr>
              <a:defRPr sz="4800" b="1">
                <a:solidFill>
                  <a:srgbClr val="122D33"/>
                </a:solidFill>
                <a:latin typeface="DejaVu Sans"/>
                <a:ea typeface="DejaVu Sans"/>
                <a:cs typeface="DejaVu Sans"/>
              </a:defRPr>
            </a:lvl8pPr>
            <a:lvl9pPr>
              <a:defRPr sz="4800" b="1">
                <a:solidFill>
                  <a:srgbClr val="122D33"/>
                </a:solidFill>
                <a:latin typeface="DejaVu Sans"/>
                <a:ea typeface="DejaVu Sans"/>
                <a:cs typeface="DejaVu Sans"/>
              </a:defRPr>
            </a:lvl9pPr>
          </a:lstStyle>
          <a:p xmlns:a="http://schemas.openxmlformats.org/drawingml/2006/main">
            <a:pPr>
              <a:defRPr sz="4800" b="1">
                <a:solidFill>
                  <a:srgbClr val="122D33"/>
                </a:solidFill>
                <a:latin typeface="DejaVu Sans"/>
                <a:ea typeface="DejaVu Sans"/>
                <a:cs typeface="DejaVu Sans"/>
              </a:defRPr>
            </a:pPr>
            <a:r>
              <a:rPr sz="4800" b="1">
                <a:solidFill>
                  <a:srgbClr val="122D33"/>
                </a:solidFill>
                <a:latin typeface="DejaVu Sans"/>
                <a:ea typeface="DejaVu Sans"/>
                <a:cs typeface="DejaVu Sans"/>
              </a:rPr>
              <a:t>[Presenter 3]</a:t>
            </a:r>
          </a:p>
        </p:txBody>
      </p:sp>
      <p:sp>
        <p:nvSpPr>
          <p:cNvPr id="3" name="subtitle">
            <a:extLst xmlns:a="http://schemas.openxmlformats.org/drawingml/2006/main">
              <a:ext uri="{FF2B5EF4-FFF2-40B4-BE49-F238E27FC236}">
                <a16:creationId xmlns:a16="http://schemas.microsoft.com/office/drawing/2014/main" id="{FDA88937-BADF-4519-BCAA-15EF041F47AB}"/>
              </a:ext>
            </a:extLst>
          </p:cNvPr>
          <p:cNvSpPr>
            <a:spLocks xmlns:a="http://schemas.openxmlformats.org/drawingml/2006/main" noGrp="1"/>
          </p:cNvSpPr>
          <p:nvPr/>
        </p:nvSpPr>
        <p:spPr>
          <a:xfrm xmlns:a="http://schemas.openxmlformats.org/drawingml/2006/main">
            <a:off x="685800" y="2828925"/>
            <a:ext cx="7810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4E6266"/>
                </a:solidFill>
                <a:latin typeface="DejaVu Sans"/>
                <a:ea typeface="DejaVu Sans"/>
                <a:cs typeface="DejaVu Sans"/>
              </a:defRPr>
            </a:defPPr>
            <a:lvl1pPr>
              <a:defRPr sz="1950" b="0">
                <a:solidFill>
                  <a:srgbClr val="4E6266"/>
                </a:solidFill>
                <a:latin typeface="DejaVu Sans"/>
                <a:ea typeface="DejaVu Sans"/>
                <a:cs typeface="DejaVu Sans"/>
              </a:defRPr>
            </a:lvl1pPr>
            <a:lvl2pPr>
              <a:defRPr sz="1950" b="0">
                <a:solidFill>
                  <a:srgbClr val="4E6266"/>
                </a:solidFill>
                <a:latin typeface="DejaVu Sans"/>
                <a:ea typeface="DejaVu Sans"/>
                <a:cs typeface="DejaVu Sans"/>
              </a:defRPr>
            </a:lvl2pPr>
            <a:lvl3pPr>
              <a:defRPr sz="1950" b="0">
                <a:solidFill>
                  <a:srgbClr val="4E6266"/>
                </a:solidFill>
                <a:latin typeface="DejaVu Sans"/>
                <a:ea typeface="DejaVu Sans"/>
                <a:cs typeface="DejaVu Sans"/>
              </a:defRPr>
            </a:lvl3pPr>
            <a:lvl4pPr>
              <a:defRPr sz="1950" b="0">
                <a:solidFill>
                  <a:srgbClr val="4E6266"/>
                </a:solidFill>
                <a:latin typeface="DejaVu Sans"/>
                <a:ea typeface="DejaVu Sans"/>
                <a:cs typeface="DejaVu Sans"/>
              </a:defRPr>
            </a:lvl4pPr>
            <a:lvl5pPr>
              <a:defRPr sz="1950" b="0">
                <a:solidFill>
                  <a:srgbClr val="4E6266"/>
                </a:solidFill>
                <a:latin typeface="DejaVu Sans"/>
                <a:ea typeface="DejaVu Sans"/>
                <a:cs typeface="DejaVu Sans"/>
              </a:defRPr>
            </a:lvl5pPr>
            <a:lvl6pPr>
              <a:defRPr sz="1950" b="0">
                <a:solidFill>
                  <a:srgbClr val="4E6266"/>
                </a:solidFill>
                <a:latin typeface="DejaVu Sans"/>
                <a:ea typeface="DejaVu Sans"/>
                <a:cs typeface="DejaVu Sans"/>
              </a:defRPr>
            </a:lvl6pPr>
            <a:lvl7pPr>
              <a:defRPr sz="1950" b="0">
                <a:solidFill>
                  <a:srgbClr val="4E6266"/>
                </a:solidFill>
                <a:latin typeface="DejaVu Sans"/>
                <a:ea typeface="DejaVu Sans"/>
                <a:cs typeface="DejaVu Sans"/>
              </a:defRPr>
            </a:lvl7pPr>
            <a:lvl8pPr>
              <a:defRPr sz="1950" b="0">
                <a:solidFill>
                  <a:srgbClr val="4E6266"/>
                </a:solidFill>
                <a:latin typeface="DejaVu Sans"/>
                <a:ea typeface="DejaVu Sans"/>
                <a:cs typeface="DejaVu Sans"/>
              </a:defRPr>
            </a:lvl8pPr>
            <a:lvl9pPr>
              <a:defRPr sz="1950" b="0">
                <a:solidFill>
                  <a:srgbClr val="4E6266"/>
                </a:solidFill>
                <a:latin typeface="DejaVu Sans"/>
                <a:ea typeface="DejaVu Sans"/>
                <a:cs typeface="DejaVu Sans"/>
              </a:defRPr>
            </a:lvl9pPr>
          </a:lstStyle>
          <a:p xmlns:a="http://schemas.openxmlformats.org/drawingml/2006/main">
            <a:pPr>
              <a:defRPr sz="1950" b="0">
                <a:solidFill>
                  <a:srgbClr val="4E6266"/>
                </a:solidFill>
                <a:latin typeface="DejaVu Sans"/>
                <a:ea typeface="DejaVu Sans"/>
                <a:cs typeface="DejaVu Sans"/>
              </a:defRPr>
            </a:pPr>
            <a:r>
              <a:rPr sz="1950" b="0">
                <a:solidFill>
                  <a:srgbClr val="4E6266"/>
                </a:solidFill>
                <a:latin typeface="DejaVu Sans"/>
                <a:ea typeface="DejaVu Sans"/>
                <a:cs typeface="DejaVu Sans"/>
              </a:rPr>
              <a:t>[One sentence about what changed]</a:t>
            </a:r>
          </a:p>
        </p:txBody>
      </p:sp>
      <p:sp>
        <p:nvSpPr>
          <p:cNvPr id="4" name="page">
            <a:extLst xmlns:a="http://schemas.openxmlformats.org/drawingml/2006/main">
              <a:ext uri="{FF2B5EF4-FFF2-40B4-BE49-F238E27FC236}">
                <a16:creationId xmlns:a16="http://schemas.microsoft.com/office/drawing/2014/main" id="{18748206-B014-490F-972E-CFE8FAEF9521}"/>
              </a:ext>
            </a:extLst>
          </p:cNvPr>
          <p:cNvSpPr>
            <a:spLocks xmlns:a="http://schemas.openxmlformats.org/drawingml/2006/main" noGrp="1"/>
          </p:cNvSpPr>
          <p:nvPr/>
        </p:nvSpPr>
        <p:spPr>
          <a:xfrm xmlns:a="http://schemas.openxmlformats.org/drawingml/2006/main">
            <a:off x="10953750" y="62293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4E6266"/>
                </a:solidFill>
                <a:latin typeface="DejaVu Sans"/>
                <a:ea typeface="DejaVu Sans"/>
                <a:cs typeface="DejaVu Sans"/>
              </a:defRPr>
            </a:defPPr>
            <a:lvl1pPr>
              <a:defRPr sz="1275" b="0">
                <a:solidFill>
                  <a:srgbClr val="4E6266"/>
                </a:solidFill>
                <a:latin typeface="DejaVu Sans"/>
                <a:ea typeface="DejaVu Sans"/>
                <a:cs typeface="DejaVu Sans"/>
              </a:defRPr>
            </a:lvl1pPr>
            <a:lvl2pPr>
              <a:defRPr sz="1275" b="0">
                <a:solidFill>
                  <a:srgbClr val="4E6266"/>
                </a:solidFill>
                <a:latin typeface="DejaVu Sans"/>
                <a:ea typeface="DejaVu Sans"/>
                <a:cs typeface="DejaVu Sans"/>
              </a:defRPr>
            </a:lvl2pPr>
            <a:lvl3pPr>
              <a:defRPr sz="1275" b="0">
                <a:solidFill>
                  <a:srgbClr val="4E6266"/>
                </a:solidFill>
                <a:latin typeface="DejaVu Sans"/>
                <a:ea typeface="DejaVu Sans"/>
                <a:cs typeface="DejaVu Sans"/>
              </a:defRPr>
            </a:lvl3pPr>
            <a:lvl4pPr>
              <a:defRPr sz="1275" b="0">
                <a:solidFill>
                  <a:srgbClr val="4E6266"/>
                </a:solidFill>
                <a:latin typeface="DejaVu Sans"/>
                <a:ea typeface="DejaVu Sans"/>
                <a:cs typeface="DejaVu Sans"/>
              </a:defRPr>
            </a:lvl4pPr>
            <a:lvl5pPr>
              <a:defRPr sz="1275" b="0">
                <a:solidFill>
                  <a:srgbClr val="4E6266"/>
                </a:solidFill>
                <a:latin typeface="DejaVu Sans"/>
                <a:ea typeface="DejaVu Sans"/>
                <a:cs typeface="DejaVu Sans"/>
              </a:defRPr>
            </a:lvl5pPr>
            <a:lvl6pPr>
              <a:defRPr sz="1275" b="0">
                <a:solidFill>
                  <a:srgbClr val="4E6266"/>
                </a:solidFill>
                <a:latin typeface="DejaVu Sans"/>
                <a:ea typeface="DejaVu Sans"/>
                <a:cs typeface="DejaVu Sans"/>
              </a:defRPr>
            </a:lvl6pPr>
            <a:lvl7pPr>
              <a:defRPr sz="1275" b="0">
                <a:solidFill>
                  <a:srgbClr val="4E6266"/>
                </a:solidFill>
                <a:latin typeface="DejaVu Sans"/>
                <a:ea typeface="DejaVu Sans"/>
                <a:cs typeface="DejaVu Sans"/>
              </a:defRPr>
            </a:lvl7pPr>
            <a:lvl8pPr>
              <a:defRPr sz="1275" b="0">
                <a:solidFill>
                  <a:srgbClr val="4E6266"/>
                </a:solidFill>
                <a:latin typeface="DejaVu Sans"/>
                <a:ea typeface="DejaVu Sans"/>
                <a:cs typeface="DejaVu Sans"/>
              </a:defRPr>
            </a:lvl8pPr>
            <a:lvl9pPr>
              <a:defRPr sz="1275" b="0">
                <a:solidFill>
                  <a:srgbClr val="4E6266"/>
                </a:solidFill>
                <a:latin typeface="DejaVu Sans"/>
                <a:ea typeface="DejaVu Sans"/>
                <a:cs typeface="DejaVu Sans"/>
              </a:defRPr>
            </a:lvl9pPr>
          </a:lstStyle>
          <a:p xmlns:a="http://schemas.openxmlformats.org/drawingml/2006/main">
            <a:pPr>
              <a:defRPr sz="1275" b="0">
                <a:solidFill>
                  <a:srgbClr val="4E6266"/>
                </a:solidFill>
                <a:latin typeface="DejaVu Sans"/>
                <a:ea typeface="DejaVu Sans"/>
                <a:cs typeface="DejaVu Sans"/>
              </a:defRPr>
            </a:pPr>
            <a:r>
              <a:rPr sz="1275" b="0">
                <a:solidFill>
                  <a:srgbClr val="4E6266"/>
                </a:solidFill>
                <a:latin typeface="DejaVu Sans"/>
                <a:ea typeface="DejaVu Sans"/>
                <a:cs typeface="DejaVu Sans"/>
              </a:rPr>
              <a:t>04</a:t>
            </a:r>
          </a:p>
        </p:txBody>
      </p:sp>
      <p:sp>
        <p:nvSpPr>
          <p:cNvPr id="5" name="meeting-footer">
            <a:extLst xmlns:a="http://schemas.openxmlformats.org/drawingml/2006/main">
              <a:ext uri="{FF2B5EF4-FFF2-40B4-BE49-F238E27FC236}">
                <a16:creationId xmlns:a16="http://schemas.microsoft.com/office/drawing/2014/main" id="{EAB3E191-6A9D-4350-904C-A58C74B3F337}"/>
              </a:ext>
            </a:extLst>
          </p:cNvPr>
          <p:cNvSpPr>
            <a:spLocks xmlns:a="http://schemas.openxmlformats.org/drawingml/2006/main" noGrp="1"/>
          </p:cNvSpPr>
          <p:nvPr/>
        </p:nvSpPr>
        <p:spPr>
          <a:xfrm xmlns:a="http://schemas.openxmlformats.org/drawingml/2006/main">
            <a:off x="685800" y="6229350"/>
            <a:ext cx="904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4E6266"/>
                </a:solidFill>
                <a:latin typeface="DejaVu Sans"/>
                <a:ea typeface="DejaVu Sans"/>
                <a:cs typeface="DejaVu Sans"/>
              </a:defRPr>
            </a:defPPr>
            <a:lvl1pPr>
              <a:defRPr sz="1275" b="0">
                <a:solidFill>
                  <a:srgbClr val="4E6266"/>
                </a:solidFill>
                <a:latin typeface="DejaVu Sans"/>
                <a:ea typeface="DejaVu Sans"/>
                <a:cs typeface="DejaVu Sans"/>
              </a:defRPr>
            </a:lvl1pPr>
            <a:lvl2pPr>
              <a:defRPr sz="1275" b="0">
                <a:solidFill>
                  <a:srgbClr val="4E6266"/>
                </a:solidFill>
                <a:latin typeface="DejaVu Sans"/>
                <a:ea typeface="DejaVu Sans"/>
                <a:cs typeface="DejaVu Sans"/>
              </a:defRPr>
            </a:lvl2pPr>
            <a:lvl3pPr>
              <a:defRPr sz="1275" b="0">
                <a:solidFill>
                  <a:srgbClr val="4E6266"/>
                </a:solidFill>
                <a:latin typeface="DejaVu Sans"/>
                <a:ea typeface="DejaVu Sans"/>
                <a:cs typeface="DejaVu Sans"/>
              </a:defRPr>
            </a:lvl3pPr>
            <a:lvl4pPr>
              <a:defRPr sz="1275" b="0">
                <a:solidFill>
                  <a:srgbClr val="4E6266"/>
                </a:solidFill>
                <a:latin typeface="DejaVu Sans"/>
                <a:ea typeface="DejaVu Sans"/>
                <a:cs typeface="DejaVu Sans"/>
              </a:defRPr>
            </a:lvl4pPr>
            <a:lvl5pPr>
              <a:defRPr sz="1275" b="0">
                <a:solidFill>
                  <a:srgbClr val="4E6266"/>
                </a:solidFill>
                <a:latin typeface="DejaVu Sans"/>
                <a:ea typeface="DejaVu Sans"/>
                <a:cs typeface="DejaVu Sans"/>
              </a:defRPr>
            </a:lvl5pPr>
            <a:lvl6pPr>
              <a:defRPr sz="1275" b="0">
                <a:solidFill>
                  <a:srgbClr val="4E6266"/>
                </a:solidFill>
                <a:latin typeface="DejaVu Sans"/>
                <a:ea typeface="DejaVu Sans"/>
                <a:cs typeface="DejaVu Sans"/>
              </a:defRPr>
            </a:lvl6pPr>
            <a:lvl7pPr>
              <a:defRPr sz="1275" b="0">
                <a:solidFill>
                  <a:srgbClr val="4E6266"/>
                </a:solidFill>
                <a:latin typeface="DejaVu Sans"/>
                <a:ea typeface="DejaVu Sans"/>
                <a:cs typeface="DejaVu Sans"/>
              </a:defRPr>
            </a:lvl7pPr>
            <a:lvl8pPr>
              <a:defRPr sz="1275" b="0">
                <a:solidFill>
                  <a:srgbClr val="4E6266"/>
                </a:solidFill>
                <a:latin typeface="DejaVu Sans"/>
                <a:ea typeface="DejaVu Sans"/>
                <a:cs typeface="DejaVu Sans"/>
              </a:defRPr>
            </a:lvl8pPr>
            <a:lvl9pPr>
              <a:defRPr sz="1275" b="0">
                <a:solidFill>
                  <a:srgbClr val="4E6266"/>
                </a:solidFill>
                <a:latin typeface="DejaVu Sans"/>
                <a:ea typeface="DejaVu Sans"/>
                <a:cs typeface="DejaVu Sans"/>
              </a:defRPr>
            </a:lvl9pPr>
          </a:lstStyle>
          <a:p xmlns:a="http://schemas.openxmlformats.org/drawingml/2006/main">
            <a:pPr>
              <a:defRPr sz="1275" b="0">
                <a:solidFill>
                  <a:srgbClr val="4E6266"/>
                </a:solidFill>
                <a:latin typeface="DejaVu Sans"/>
                <a:ea typeface="DejaVu Sans"/>
                <a:cs typeface="DejaVu Sans"/>
              </a:defRPr>
            </a:pPr>
            <a:r>
              <a:rPr sz="1275" b="0">
                <a:solidFill>
                  <a:srgbClr val="4E6266"/>
                </a:solidFill>
                <a:latin typeface="DejaVu Sans"/>
                <a:ea typeface="DejaVu Sans"/>
                <a:cs typeface="DejaVu Sans"/>
              </a:rPr>
              <a:t>[TEAM NAME]   /   [MEETING DATE]</a:t>
            </a:r>
          </a:p>
        </p:txBody>
      </p:sp>
      <p:sp>
        <p:nvSpPr>
          <p:cNvPr id="6" name="prompt-0">
            <a:extLst xmlns:a="http://schemas.openxmlformats.org/drawingml/2006/main">
              <a:ext uri="{FF2B5EF4-FFF2-40B4-BE49-F238E27FC236}">
                <a16:creationId xmlns:a16="http://schemas.microsoft.com/office/drawing/2014/main" id="{F9B26682-0531-4A54-A6DD-29691D91A66D}"/>
              </a:ext>
            </a:extLst>
          </p:cNvPr>
          <p:cNvSpPr>
            <a:spLocks xmlns:a="http://schemas.openxmlformats.org/drawingml/2006/main" noGrp="1"/>
          </p:cNvSpPr>
          <p:nvPr/>
        </p:nvSpPr>
        <p:spPr>
          <a:xfrm xmlns:a="http://schemas.openxmlformats.org/drawingml/2006/main">
            <a:off x="685800" y="41148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087E75"/>
                </a:solidFill>
                <a:latin typeface="DejaVu Sans"/>
                <a:ea typeface="DejaVu Sans"/>
                <a:cs typeface="DejaVu Sans"/>
              </a:defRPr>
            </a:defPPr>
            <a:lvl1pPr>
              <a:defRPr sz="1725" b="1">
                <a:solidFill>
                  <a:srgbClr val="087E75"/>
                </a:solidFill>
                <a:latin typeface="DejaVu Sans"/>
                <a:ea typeface="DejaVu Sans"/>
                <a:cs typeface="DejaVu Sans"/>
              </a:defRPr>
            </a:lvl1pPr>
            <a:lvl2pPr>
              <a:defRPr sz="1725" b="1">
                <a:solidFill>
                  <a:srgbClr val="087E75"/>
                </a:solidFill>
                <a:latin typeface="DejaVu Sans"/>
                <a:ea typeface="DejaVu Sans"/>
                <a:cs typeface="DejaVu Sans"/>
              </a:defRPr>
            </a:lvl2pPr>
            <a:lvl3pPr>
              <a:defRPr sz="1725" b="1">
                <a:solidFill>
                  <a:srgbClr val="087E75"/>
                </a:solidFill>
                <a:latin typeface="DejaVu Sans"/>
                <a:ea typeface="DejaVu Sans"/>
                <a:cs typeface="DejaVu Sans"/>
              </a:defRPr>
            </a:lvl3pPr>
            <a:lvl4pPr>
              <a:defRPr sz="1725" b="1">
                <a:solidFill>
                  <a:srgbClr val="087E75"/>
                </a:solidFill>
                <a:latin typeface="DejaVu Sans"/>
                <a:ea typeface="DejaVu Sans"/>
                <a:cs typeface="DejaVu Sans"/>
              </a:defRPr>
            </a:lvl4pPr>
            <a:lvl5pPr>
              <a:defRPr sz="1725" b="1">
                <a:solidFill>
                  <a:srgbClr val="087E75"/>
                </a:solidFill>
                <a:latin typeface="DejaVu Sans"/>
                <a:ea typeface="DejaVu Sans"/>
                <a:cs typeface="DejaVu Sans"/>
              </a:defRPr>
            </a:lvl5pPr>
            <a:lvl6pPr>
              <a:defRPr sz="1725" b="1">
                <a:solidFill>
                  <a:srgbClr val="087E75"/>
                </a:solidFill>
                <a:latin typeface="DejaVu Sans"/>
                <a:ea typeface="DejaVu Sans"/>
                <a:cs typeface="DejaVu Sans"/>
              </a:defRPr>
            </a:lvl6pPr>
            <a:lvl7pPr>
              <a:defRPr sz="1725" b="1">
                <a:solidFill>
                  <a:srgbClr val="087E75"/>
                </a:solidFill>
                <a:latin typeface="DejaVu Sans"/>
                <a:ea typeface="DejaVu Sans"/>
                <a:cs typeface="DejaVu Sans"/>
              </a:defRPr>
            </a:lvl7pPr>
            <a:lvl8pPr>
              <a:defRPr sz="1725" b="1">
                <a:solidFill>
                  <a:srgbClr val="087E75"/>
                </a:solidFill>
                <a:latin typeface="DejaVu Sans"/>
                <a:ea typeface="DejaVu Sans"/>
                <a:cs typeface="DejaVu Sans"/>
              </a:defRPr>
            </a:lvl8pPr>
            <a:lvl9pPr>
              <a:defRPr sz="1725" b="1">
                <a:solidFill>
                  <a:srgbClr val="087E75"/>
                </a:solidFill>
                <a:latin typeface="DejaVu Sans"/>
                <a:ea typeface="DejaVu Sans"/>
                <a:cs typeface="DejaVu Sans"/>
              </a:defRPr>
            </a:lvl9pPr>
          </a:lstStyle>
          <a:p xmlns:a="http://schemas.openxmlformats.org/drawingml/2006/main">
            <a:pPr>
              <a:defRPr sz="1725" b="1">
                <a:solidFill>
                  <a:srgbClr val="087E75"/>
                </a:solidFill>
                <a:latin typeface="DejaVu Sans"/>
                <a:ea typeface="DejaVu Sans"/>
                <a:cs typeface="DejaVu Sans"/>
              </a:defRPr>
            </a:pPr>
            <a:r>
              <a:rPr sz="1725" b="1">
                <a:solidFill>
                  <a:srgbClr val="087E75"/>
                </a:solidFill>
                <a:latin typeface="DejaVu Sans"/>
                <a:ea typeface="DejaVu Sans"/>
                <a:cs typeface="DejaVu Sans"/>
              </a:rPr>
              <a:t>Progress</a:t>
            </a:r>
          </a:p>
        </p:txBody>
      </p:sp>
      <p:sp>
        <p:nvSpPr>
          <p:cNvPr id="7" name="content-0">
            <a:extLst xmlns:a="http://schemas.openxmlformats.org/drawingml/2006/main">
              <a:ext uri="{FF2B5EF4-FFF2-40B4-BE49-F238E27FC236}">
                <a16:creationId xmlns:a16="http://schemas.microsoft.com/office/drawing/2014/main" id="{CC66E1C8-821D-49E3-BC0E-7EF95A2895B0}"/>
              </a:ext>
            </a:extLst>
          </p:cNvPr>
          <p:cNvSpPr>
            <a:spLocks xmlns:a="http://schemas.openxmlformats.org/drawingml/2006/main" noGrp="1"/>
          </p:cNvSpPr>
          <p:nvPr/>
        </p:nvSpPr>
        <p:spPr>
          <a:xfrm xmlns:a="http://schemas.openxmlformats.org/drawingml/2006/main">
            <a:off x="2381250" y="4114800"/>
            <a:ext cx="652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122D33"/>
                </a:solidFill>
                <a:latin typeface="DejaVu Sans"/>
                <a:ea typeface="DejaVu Sans"/>
                <a:cs typeface="DejaVu Sans"/>
              </a:defRPr>
            </a:defPPr>
            <a:lvl1pPr>
              <a:defRPr sz="1725" b="0">
                <a:solidFill>
                  <a:srgbClr val="122D33"/>
                </a:solidFill>
                <a:latin typeface="DejaVu Sans"/>
                <a:ea typeface="DejaVu Sans"/>
                <a:cs typeface="DejaVu Sans"/>
              </a:defRPr>
            </a:lvl1pPr>
            <a:lvl2pPr>
              <a:defRPr sz="1725" b="0">
                <a:solidFill>
                  <a:srgbClr val="122D33"/>
                </a:solidFill>
                <a:latin typeface="DejaVu Sans"/>
                <a:ea typeface="DejaVu Sans"/>
                <a:cs typeface="DejaVu Sans"/>
              </a:defRPr>
            </a:lvl2pPr>
            <a:lvl3pPr>
              <a:defRPr sz="1725" b="0">
                <a:solidFill>
                  <a:srgbClr val="122D33"/>
                </a:solidFill>
                <a:latin typeface="DejaVu Sans"/>
                <a:ea typeface="DejaVu Sans"/>
                <a:cs typeface="DejaVu Sans"/>
              </a:defRPr>
            </a:lvl3pPr>
            <a:lvl4pPr>
              <a:defRPr sz="1725" b="0">
                <a:solidFill>
                  <a:srgbClr val="122D33"/>
                </a:solidFill>
                <a:latin typeface="DejaVu Sans"/>
                <a:ea typeface="DejaVu Sans"/>
                <a:cs typeface="DejaVu Sans"/>
              </a:defRPr>
            </a:lvl4pPr>
            <a:lvl5pPr>
              <a:defRPr sz="1725" b="0">
                <a:solidFill>
                  <a:srgbClr val="122D33"/>
                </a:solidFill>
                <a:latin typeface="DejaVu Sans"/>
                <a:ea typeface="DejaVu Sans"/>
                <a:cs typeface="DejaVu Sans"/>
              </a:defRPr>
            </a:lvl5pPr>
            <a:lvl6pPr>
              <a:defRPr sz="1725" b="0">
                <a:solidFill>
                  <a:srgbClr val="122D33"/>
                </a:solidFill>
                <a:latin typeface="DejaVu Sans"/>
                <a:ea typeface="DejaVu Sans"/>
                <a:cs typeface="DejaVu Sans"/>
              </a:defRPr>
            </a:lvl6pPr>
            <a:lvl7pPr>
              <a:defRPr sz="1725" b="0">
                <a:solidFill>
                  <a:srgbClr val="122D33"/>
                </a:solidFill>
                <a:latin typeface="DejaVu Sans"/>
                <a:ea typeface="DejaVu Sans"/>
                <a:cs typeface="DejaVu Sans"/>
              </a:defRPr>
            </a:lvl7pPr>
            <a:lvl8pPr>
              <a:defRPr sz="1725" b="0">
                <a:solidFill>
                  <a:srgbClr val="122D33"/>
                </a:solidFill>
                <a:latin typeface="DejaVu Sans"/>
                <a:ea typeface="DejaVu Sans"/>
                <a:cs typeface="DejaVu Sans"/>
              </a:defRPr>
            </a:lvl8pPr>
            <a:lvl9pPr>
              <a:defRPr sz="1725" b="0">
                <a:solidFill>
                  <a:srgbClr val="122D33"/>
                </a:solidFill>
                <a:latin typeface="DejaVu Sans"/>
                <a:ea typeface="DejaVu Sans"/>
                <a:cs typeface="DejaVu Sans"/>
              </a:defRPr>
            </a:lvl9pPr>
          </a:lstStyle>
          <a:p xmlns:a="http://schemas.openxmlformats.org/drawingml/2006/main">
            <a:pPr>
              <a:defRPr sz="1725" b="0">
                <a:solidFill>
                  <a:srgbClr val="122D33"/>
                </a:solidFill>
                <a:latin typeface="DejaVu Sans"/>
                <a:ea typeface="DejaVu Sans"/>
                <a:cs typeface="DejaVu Sans"/>
              </a:defRPr>
            </a:pPr>
            <a:r>
              <a:rPr sz="1725" b="0">
                <a:solidFill>
                  <a:srgbClr val="122D33"/>
                </a:solidFill>
                <a:latin typeface="DejaVu Sans"/>
                <a:ea typeface="DejaVu Sans"/>
                <a:cs typeface="DejaVu Sans"/>
              </a:rPr>
              <a:t>[What changed since last week?]</a:t>
            </a:r>
          </a:p>
        </p:txBody>
      </p:sp>
      <p:sp>
        <p:nvSpPr>
          <p:cNvPr id="8" name="prompt-1">
            <a:extLst xmlns:a="http://schemas.openxmlformats.org/drawingml/2006/main">
              <a:ext uri="{FF2B5EF4-FFF2-40B4-BE49-F238E27FC236}">
                <a16:creationId xmlns:a16="http://schemas.microsoft.com/office/drawing/2014/main" id="{60A6780C-037F-484D-942A-ACDB6EBDA1C7}"/>
              </a:ext>
            </a:extLst>
          </p:cNvPr>
          <p:cNvSpPr>
            <a:spLocks xmlns:a="http://schemas.openxmlformats.org/drawingml/2006/main" noGrp="1"/>
          </p:cNvSpPr>
          <p:nvPr/>
        </p:nvSpPr>
        <p:spPr>
          <a:xfrm xmlns:a="http://schemas.openxmlformats.org/drawingml/2006/main">
            <a:off x="685800" y="473392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087E75"/>
                </a:solidFill>
                <a:latin typeface="DejaVu Sans"/>
                <a:ea typeface="DejaVu Sans"/>
                <a:cs typeface="DejaVu Sans"/>
              </a:defRPr>
            </a:defPPr>
            <a:lvl1pPr>
              <a:defRPr sz="1725" b="1">
                <a:solidFill>
                  <a:srgbClr val="087E75"/>
                </a:solidFill>
                <a:latin typeface="DejaVu Sans"/>
                <a:ea typeface="DejaVu Sans"/>
                <a:cs typeface="DejaVu Sans"/>
              </a:defRPr>
            </a:lvl1pPr>
            <a:lvl2pPr>
              <a:defRPr sz="1725" b="1">
                <a:solidFill>
                  <a:srgbClr val="087E75"/>
                </a:solidFill>
                <a:latin typeface="DejaVu Sans"/>
                <a:ea typeface="DejaVu Sans"/>
                <a:cs typeface="DejaVu Sans"/>
              </a:defRPr>
            </a:lvl2pPr>
            <a:lvl3pPr>
              <a:defRPr sz="1725" b="1">
                <a:solidFill>
                  <a:srgbClr val="087E75"/>
                </a:solidFill>
                <a:latin typeface="DejaVu Sans"/>
                <a:ea typeface="DejaVu Sans"/>
                <a:cs typeface="DejaVu Sans"/>
              </a:defRPr>
            </a:lvl3pPr>
            <a:lvl4pPr>
              <a:defRPr sz="1725" b="1">
                <a:solidFill>
                  <a:srgbClr val="087E75"/>
                </a:solidFill>
                <a:latin typeface="DejaVu Sans"/>
                <a:ea typeface="DejaVu Sans"/>
                <a:cs typeface="DejaVu Sans"/>
              </a:defRPr>
            </a:lvl4pPr>
            <a:lvl5pPr>
              <a:defRPr sz="1725" b="1">
                <a:solidFill>
                  <a:srgbClr val="087E75"/>
                </a:solidFill>
                <a:latin typeface="DejaVu Sans"/>
                <a:ea typeface="DejaVu Sans"/>
                <a:cs typeface="DejaVu Sans"/>
              </a:defRPr>
            </a:lvl5pPr>
            <a:lvl6pPr>
              <a:defRPr sz="1725" b="1">
                <a:solidFill>
                  <a:srgbClr val="087E75"/>
                </a:solidFill>
                <a:latin typeface="DejaVu Sans"/>
                <a:ea typeface="DejaVu Sans"/>
                <a:cs typeface="DejaVu Sans"/>
              </a:defRPr>
            </a:lvl6pPr>
            <a:lvl7pPr>
              <a:defRPr sz="1725" b="1">
                <a:solidFill>
                  <a:srgbClr val="087E75"/>
                </a:solidFill>
                <a:latin typeface="DejaVu Sans"/>
                <a:ea typeface="DejaVu Sans"/>
                <a:cs typeface="DejaVu Sans"/>
              </a:defRPr>
            </a:lvl7pPr>
            <a:lvl8pPr>
              <a:defRPr sz="1725" b="1">
                <a:solidFill>
                  <a:srgbClr val="087E75"/>
                </a:solidFill>
                <a:latin typeface="DejaVu Sans"/>
                <a:ea typeface="DejaVu Sans"/>
                <a:cs typeface="DejaVu Sans"/>
              </a:defRPr>
            </a:lvl8pPr>
            <a:lvl9pPr>
              <a:defRPr sz="1725" b="1">
                <a:solidFill>
                  <a:srgbClr val="087E75"/>
                </a:solidFill>
                <a:latin typeface="DejaVu Sans"/>
                <a:ea typeface="DejaVu Sans"/>
                <a:cs typeface="DejaVu Sans"/>
              </a:defRPr>
            </a:lvl9pPr>
          </a:lstStyle>
          <a:p xmlns:a="http://schemas.openxmlformats.org/drawingml/2006/main">
            <a:pPr>
              <a:defRPr sz="1725" b="1">
                <a:solidFill>
                  <a:srgbClr val="087E75"/>
                </a:solidFill>
                <a:latin typeface="DejaVu Sans"/>
                <a:ea typeface="DejaVu Sans"/>
                <a:cs typeface="DejaVu Sans"/>
              </a:defRPr>
            </a:pPr>
            <a:r>
              <a:rPr sz="1725" b="1">
                <a:solidFill>
                  <a:srgbClr val="087E75"/>
                </a:solidFill>
                <a:latin typeface="DejaVu Sans"/>
                <a:ea typeface="DejaVu Sans"/>
                <a:cs typeface="DejaVu Sans"/>
              </a:rPr>
              <a:t>Evidence</a:t>
            </a:r>
          </a:p>
        </p:txBody>
      </p:sp>
      <p:sp>
        <p:nvSpPr>
          <p:cNvPr id="9" name="content-1">
            <a:extLst xmlns:a="http://schemas.openxmlformats.org/drawingml/2006/main">
              <a:ext uri="{FF2B5EF4-FFF2-40B4-BE49-F238E27FC236}">
                <a16:creationId xmlns:a16="http://schemas.microsoft.com/office/drawing/2014/main" id="{91A46B5A-5544-4735-B69D-FB864321B3A8}"/>
              </a:ext>
            </a:extLst>
          </p:cNvPr>
          <p:cNvSpPr>
            <a:spLocks xmlns:a="http://schemas.openxmlformats.org/drawingml/2006/main" noGrp="1"/>
          </p:cNvSpPr>
          <p:nvPr/>
        </p:nvSpPr>
        <p:spPr>
          <a:xfrm xmlns:a="http://schemas.openxmlformats.org/drawingml/2006/main">
            <a:off x="2381250" y="4733925"/>
            <a:ext cx="652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122D33"/>
                </a:solidFill>
                <a:latin typeface="DejaVu Sans"/>
                <a:ea typeface="DejaVu Sans"/>
                <a:cs typeface="DejaVu Sans"/>
              </a:defRPr>
            </a:defPPr>
            <a:lvl1pPr>
              <a:defRPr sz="1725" b="0">
                <a:solidFill>
                  <a:srgbClr val="122D33"/>
                </a:solidFill>
                <a:latin typeface="DejaVu Sans"/>
                <a:ea typeface="DejaVu Sans"/>
                <a:cs typeface="DejaVu Sans"/>
              </a:defRPr>
            </a:lvl1pPr>
            <a:lvl2pPr>
              <a:defRPr sz="1725" b="0">
                <a:solidFill>
                  <a:srgbClr val="122D33"/>
                </a:solidFill>
                <a:latin typeface="DejaVu Sans"/>
                <a:ea typeface="DejaVu Sans"/>
                <a:cs typeface="DejaVu Sans"/>
              </a:defRPr>
            </a:lvl2pPr>
            <a:lvl3pPr>
              <a:defRPr sz="1725" b="0">
                <a:solidFill>
                  <a:srgbClr val="122D33"/>
                </a:solidFill>
                <a:latin typeface="DejaVu Sans"/>
                <a:ea typeface="DejaVu Sans"/>
                <a:cs typeface="DejaVu Sans"/>
              </a:defRPr>
            </a:lvl3pPr>
            <a:lvl4pPr>
              <a:defRPr sz="1725" b="0">
                <a:solidFill>
                  <a:srgbClr val="122D33"/>
                </a:solidFill>
                <a:latin typeface="DejaVu Sans"/>
                <a:ea typeface="DejaVu Sans"/>
                <a:cs typeface="DejaVu Sans"/>
              </a:defRPr>
            </a:lvl4pPr>
            <a:lvl5pPr>
              <a:defRPr sz="1725" b="0">
                <a:solidFill>
                  <a:srgbClr val="122D33"/>
                </a:solidFill>
                <a:latin typeface="DejaVu Sans"/>
                <a:ea typeface="DejaVu Sans"/>
                <a:cs typeface="DejaVu Sans"/>
              </a:defRPr>
            </a:lvl5pPr>
            <a:lvl6pPr>
              <a:defRPr sz="1725" b="0">
                <a:solidFill>
                  <a:srgbClr val="122D33"/>
                </a:solidFill>
                <a:latin typeface="DejaVu Sans"/>
                <a:ea typeface="DejaVu Sans"/>
                <a:cs typeface="DejaVu Sans"/>
              </a:defRPr>
            </a:lvl6pPr>
            <a:lvl7pPr>
              <a:defRPr sz="1725" b="0">
                <a:solidFill>
                  <a:srgbClr val="122D33"/>
                </a:solidFill>
                <a:latin typeface="DejaVu Sans"/>
                <a:ea typeface="DejaVu Sans"/>
                <a:cs typeface="DejaVu Sans"/>
              </a:defRPr>
            </a:lvl7pPr>
            <a:lvl8pPr>
              <a:defRPr sz="1725" b="0">
                <a:solidFill>
                  <a:srgbClr val="122D33"/>
                </a:solidFill>
                <a:latin typeface="DejaVu Sans"/>
                <a:ea typeface="DejaVu Sans"/>
                <a:cs typeface="DejaVu Sans"/>
              </a:defRPr>
            </a:lvl8pPr>
            <a:lvl9pPr>
              <a:defRPr sz="1725" b="0">
                <a:solidFill>
                  <a:srgbClr val="122D33"/>
                </a:solidFill>
                <a:latin typeface="DejaVu Sans"/>
                <a:ea typeface="DejaVu Sans"/>
                <a:cs typeface="DejaVu Sans"/>
              </a:defRPr>
            </a:lvl9pPr>
          </a:lstStyle>
          <a:p xmlns:a="http://schemas.openxmlformats.org/drawingml/2006/main">
            <a:pPr>
              <a:defRPr sz="1725" b="0">
                <a:solidFill>
                  <a:srgbClr val="122D33"/>
                </a:solidFill>
                <a:latin typeface="DejaVu Sans"/>
                <a:ea typeface="DejaVu Sans"/>
                <a:cs typeface="DejaVu Sans"/>
              </a:defRPr>
            </a:pPr>
            <a:r>
              <a:rPr sz="1725" b="0">
                <a:solidFill>
                  <a:srgbClr val="122D33"/>
                </a:solidFill>
                <a:latin typeface="DejaVu Sans"/>
                <a:ea typeface="DejaVu Sans"/>
                <a:cs typeface="DejaVu Sans"/>
              </a:rPr>
              <a:t>[A result, example, or supporting link]</a:t>
            </a:r>
          </a:p>
        </p:txBody>
      </p:sp>
      <p:sp>
        <p:nvSpPr>
          <p:cNvPr id="10" name="prompt-2">
            <a:extLst xmlns:a="http://schemas.openxmlformats.org/drawingml/2006/main">
              <a:ext uri="{FF2B5EF4-FFF2-40B4-BE49-F238E27FC236}">
                <a16:creationId xmlns:a16="http://schemas.microsoft.com/office/drawing/2014/main" id="{DED2D053-2DF1-44ED-92DD-981A7BBA0EE1}"/>
              </a:ext>
            </a:extLst>
          </p:cNvPr>
          <p:cNvSpPr>
            <a:spLocks xmlns:a="http://schemas.openxmlformats.org/drawingml/2006/main" noGrp="1"/>
          </p:cNvSpPr>
          <p:nvPr/>
        </p:nvSpPr>
        <p:spPr>
          <a:xfrm xmlns:a="http://schemas.openxmlformats.org/drawingml/2006/main">
            <a:off x="685800" y="535305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087E75"/>
                </a:solidFill>
                <a:latin typeface="DejaVu Sans"/>
                <a:ea typeface="DejaVu Sans"/>
                <a:cs typeface="DejaVu Sans"/>
              </a:defRPr>
            </a:defPPr>
            <a:lvl1pPr>
              <a:defRPr sz="1725" b="1">
                <a:solidFill>
                  <a:srgbClr val="087E75"/>
                </a:solidFill>
                <a:latin typeface="DejaVu Sans"/>
                <a:ea typeface="DejaVu Sans"/>
                <a:cs typeface="DejaVu Sans"/>
              </a:defRPr>
            </a:lvl1pPr>
            <a:lvl2pPr>
              <a:defRPr sz="1725" b="1">
                <a:solidFill>
                  <a:srgbClr val="087E75"/>
                </a:solidFill>
                <a:latin typeface="DejaVu Sans"/>
                <a:ea typeface="DejaVu Sans"/>
                <a:cs typeface="DejaVu Sans"/>
              </a:defRPr>
            </a:lvl2pPr>
            <a:lvl3pPr>
              <a:defRPr sz="1725" b="1">
                <a:solidFill>
                  <a:srgbClr val="087E75"/>
                </a:solidFill>
                <a:latin typeface="DejaVu Sans"/>
                <a:ea typeface="DejaVu Sans"/>
                <a:cs typeface="DejaVu Sans"/>
              </a:defRPr>
            </a:lvl3pPr>
            <a:lvl4pPr>
              <a:defRPr sz="1725" b="1">
                <a:solidFill>
                  <a:srgbClr val="087E75"/>
                </a:solidFill>
                <a:latin typeface="DejaVu Sans"/>
                <a:ea typeface="DejaVu Sans"/>
                <a:cs typeface="DejaVu Sans"/>
              </a:defRPr>
            </a:lvl4pPr>
            <a:lvl5pPr>
              <a:defRPr sz="1725" b="1">
                <a:solidFill>
                  <a:srgbClr val="087E75"/>
                </a:solidFill>
                <a:latin typeface="DejaVu Sans"/>
                <a:ea typeface="DejaVu Sans"/>
                <a:cs typeface="DejaVu Sans"/>
              </a:defRPr>
            </a:lvl5pPr>
            <a:lvl6pPr>
              <a:defRPr sz="1725" b="1">
                <a:solidFill>
                  <a:srgbClr val="087E75"/>
                </a:solidFill>
                <a:latin typeface="DejaVu Sans"/>
                <a:ea typeface="DejaVu Sans"/>
                <a:cs typeface="DejaVu Sans"/>
              </a:defRPr>
            </a:lvl6pPr>
            <a:lvl7pPr>
              <a:defRPr sz="1725" b="1">
                <a:solidFill>
                  <a:srgbClr val="087E75"/>
                </a:solidFill>
                <a:latin typeface="DejaVu Sans"/>
                <a:ea typeface="DejaVu Sans"/>
                <a:cs typeface="DejaVu Sans"/>
              </a:defRPr>
            </a:lvl7pPr>
            <a:lvl8pPr>
              <a:defRPr sz="1725" b="1">
                <a:solidFill>
                  <a:srgbClr val="087E75"/>
                </a:solidFill>
                <a:latin typeface="DejaVu Sans"/>
                <a:ea typeface="DejaVu Sans"/>
                <a:cs typeface="DejaVu Sans"/>
              </a:defRPr>
            </a:lvl8pPr>
            <a:lvl9pPr>
              <a:defRPr sz="1725" b="1">
                <a:solidFill>
                  <a:srgbClr val="087E75"/>
                </a:solidFill>
                <a:latin typeface="DejaVu Sans"/>
                <a:ea typeface="DejaVu Sans"/>
                <a:cs typeface="DejaVu Sans"/>
              </a:defRPr>
            </a:lvl9pPr>
          </a:lstStyle>
          <a:p xmlns:a="http://schemas.openxmlformats.org/drawingml/2006/main">
            <a:pPr>
              <a:defRPr sz="1725" b="1">
                <a:solidFill>
                  <a:srgbClr val="087E75"/>
                </a:solidFill>
                <a:latin typeface="DejaVu Sans"/>
                <a:ea typeface="DejaVu Sans"/>
                <a:cs typeface="DejaVu Sans"/>
              </a:defRPr>
            </a:pPr>
            <a:r>
              <a:rPr sz="1725" b="1">
                <a:solidFill>
                  <a:srgbClr val="087E75"/>
                </a:solidFill>
                <a:latin typeface="DejaVu Sans"/>
                <a:ea typeface="DejaVu Sans"/>
                <a:cs typeface="DejaVu Sans"/>
              </a:rPr>
              <a:t>Next step</a:t>
            </a:r>
          </a:p>
        </p:txBody>
      </p:sp>
      <p:sp>
        <p:nvSpPr>
          <p:cNvPr id="11" name="content-2">
            <a:extLst xmlns:a="http://schemas.openxmlformats.org/drawingml/2006/main">
              <a:ext uri="{FF2B5EF4-FFF2-40B4-BE49-F238E27FC236}">
                <a16:creationId xmlns:a16="http://schemas.microsoft.com/office/drawing/2014/main" id="{875ED4BC-DD26-4DF7-AC38-74962C93BB5E}"/>
              </a:ext>
            </a:extLst>
          </p:cNvPr>
          <p:cNvSpPr>
            <a:spLocks xmlns:a="http://schemas.openxmlformats.org/drawingml/2006/main" noGrp="1"/>
          </p:cNvSpPr>
          <p:nvPr/>
        </p:nvSpPr>
        <p:spPr>
          <a:xfrm xmlns:a="http://schemas.openxmlformats.org/drawingml/2006/main">
            <a:off x="2381250" y="5353050"/>
            <a:ext cx="652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122D33"/>
                </a:solidFill>
                <a:latin typeface="DejaVu Sans"/>
                <a:ea typeface="DejaVu Sans"/>
                <a:cs typeface="DejaVu Sans"/>
              </a:defRPr>
            </a:defPPr>
            <a:lvl1pPr>
              <a:defRPr sz="1725" b="0">
                <a:solidFill>
                  <a:srgbClr val="122D33"/>
                </a:solidFill>
                <a:latin typeface="DejaVu Sans"/>
                <a:ea typeface="DejaVu Sans"/>
                <a:cs typeface="DejaVu Sans"/>
              </a:defRPr>
            </a:lvl1pPr>
            <a:lvl2pPr>
              <a:defRPr sz="1725" b="0">
                <a:solidFill>
                  <a:srgbClr val="122D33"/>
                </a:solidFill>
                <a:latin typeface="DejaVu Sans"/>
                <a:ea typeface="DejaVu Sans"/>
                <a:cs typeface="DejaVu Sans"/>
              </a:defRPr>
            </a:lvl2pPr>
            <a:lvl3pPr>
              <a:defRPr sz="1725" b="0">
                <a:solidFill>
                  <a:srgbClr val="122D33"/>
                </a:solidFill>
                <a:latin typeface="DejaVu Sans"/>
                <a:ea typeface="DejaVu Sans"/>
                <a:cs typeface="DejaVu Sans"/>
              </a:defRPr>
            </a:lvl3pPr>
            <a:lvl4pPr>
              <a:defRPr sz="1725" b="0">
                <a:solidFill>
                  <a:srgbClr val="122D33"/>
                </a:solidFill>
                <a:latin typeface="DejaVu Sans"/>
                <a:ea typeface="DejaVu Sans"/>
                <a:cs typeface="DejaVu Sans"/>
              </a:defRPr>
            </a:lvl4pPr>
            <a:lvl5pPr>
              <a:defRPr sz="1725" b="0">
                <a:solidFill>
                  <a:srgbClr val="122D33"/>
                </a:solidFill>
                <a:latin typeface="DejaVu Sans"/>
                <a:ea typeface="DejaVu Sans"/>
                <a:cs typeface="DejaVu Sans"/>
              </a:defRPr>
            </a:lvl5pPr>
            <a:lvl6pPr>
              <a:defRPr sz="1725" b="0">
                <a:solidFill>
                  <a:srgbClr val="122D33"/>
                </a:solidFill>
                <a:latin typeface="DejaVu Sans"/>
                <a:ea typeface="DejaVu Sans"/>
                <a:cs typeface="DejaVu Sans"/>
              </a:defRPr>
            </a:lvl6pPr>
            <a:lvl7pPr>
              <a:defRPr sz="1725" b="0">
                <a:solidFill>
                  <a:srgbClr val="122D33"/>
                </a:solidFill>
                <a:latin typeface="DejaVu Sans"/>
                <a:ea typeface="DejaVu Sans"/>
                <a:cs typeface="DejaVu Sans"/>
              </a:defRPr>
            </a:lvl7pPr>
            <a:lvl8pPr>
              <a:defRPr sz="1725" b="0">
                <a:solidFill>
                  <a:srgbClr val="122D33"/>
                </a:solidFill>
                <a:latin typeface="DejaVu Sans"/>
                <a:ea typeface="DejaVu Sans"/>
                <a:cs typeface="DejaVu Sans"/>
              </a:defRPr>
            </a:lvl8pPr>
            <a:lvl9pPr>
              <a:defRPr sz="1725" b="0">
                <a:solidFill>
                  <a:srgbClr val="122D33"/>
                </a:solidFill>
                <a:latin typeface="DejaVu Sans"/>
                <a:ea typeface="DejaVu Sans"/>
                <a:cs typeface="DejaVu Sans"/>
              </a:defRPr>
            </a:lvl9pPr>
          </a:lstStyle>
          <a:p xmlns:a="http://schemas.openxmlformats.org/drawingml/2006/main">
            <a:pPr>
              <a:defRPr sz="1725" b="0">
                <a:solidFill>
                  <a:srgbClr val="122D33"/>
                </a:solidFill>
                <a:latin typeface="DejaVu Sans"/>
                <a:ea typeface="DejaVu Sans"/>
                <a:cs typeface="DejaVu Sans"/>
              </a:defRPr>
            </a:pPr>
            <a:r>
              <a:rPr sz="1725" b="0">
                <a:solidFill>
                  <a:srgbClr val="122D33"/>
                </a:solidFill>
                <a:latin typeface="DejaVu Sans"/>
                <a:ea typeface="DejaVu Sans"/>
                <a:cs typeface="DejaVu Sans"/>
              </a:rPr>
              <a:t>[What happens next? Any help needed?]</a:t>
            </a:r>
          </a:p>
        </p:txBody>
      </p:sp>
    </p:spTree>
    <p:extLst>
      <p:ext uri="{BB962C8B-B14F-4D97-AF65-F5344CB8AC3E}">
        <p14:creationId xmlns:p14="http://schemas.microsoft.com/office/powerpoint/2010/main" val="1941384667"/>
      </p:ext>
    </p:extLst>
  </p:cSld>
</p:sld>
</file>

<file path=ppt/slides/slide5.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12" name="label">
            <a:extLst xmlns:a="http://schemas.openxmlformats.org/drawingml/2006/main">
              <a:ext uri="{FF2B5EF4-FFF2-40B4-BE49-F238E27FC236}">
                <a16:creationId xmlns:a16="http://schemas.microsoft.com/office/drawing/2014/main" id="{513ECC35-03E6-4294-AA5A-B003F1A5A5B4}"/>
              </a:ext>
            </a:extLst>
          </p:cNvPr>
          <p:cNvSpPr>
            <a:spLocks xmlns:a="http://schemas.openxmlformats.org/drawingml/2006/main" noGrp="1"/>
          </p:cNvSpPr>
          <p:nvPr/>
        </p:nvSpPr>
        <p:spPr>
          <a:xfrm xmlns:a="http://schemas.openxmlformats.org/drawingml/2006/main">
            <a:off x="685800" y="457200"/>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087E75"/>
                </a:solidFill>
                <a:latin typeface="DejaVu Sans"/>
                <a:ea typeface="DejaVu Sans"/>
                <a:cs typeface="DejaVu Sans"/>
              </a:defRPr>
            </a:defPPr>
            <a:lvl1pPr>
              <a:defRPr sz="1275" b="1">
                <a:solidFill>
                  <a:srgbClr val="087E75"/>
                </a:solidFill>
                <a:latin typeface="DejaVu Sans"/>
                <a:ea typeface="DejaVu Sans"/>
                <a:cs typeface="DejaVu Sans"/>
              </a:defRPr>
            </a:lvl1pPr>
            <a:lvl2pPr>
              <a:defRPr sz="1275" b="1">
                <a:solidFill>
                  <a:srgbClr val="087E75"/>
                </a:solidFill>
                <a:latin typeface="DejaVu Sans"/>
                <a:ea typeface="DejaVu Sans"/>
                <a:cs typeface="DejaVu Sans"/>
              </a:defRPr>
            </a:lvl2pPr>
            <a:lvl3pPr>
              <a:defRPr sz="1275" b="1">
                <a:solidFill>
                  <a:srgbClr val="087E75"/>
                </a:solidFill>
                <a:latin typeface="DejaVu Sans"/>
                <a:ea typeface="DejaVu Sans"/>
                <a:cs typeface="DejaVu Sans"/>
              </a:defRPr>
            </a:lvl3pPr>
            <a:lvl4pPr>
              <a:defRPr sz="1275" b="1">
                <a:solidFill>
                  <a:srgbClr val="087E75"/>
                </a:solidFill>
                <a:latin typeface="DejaVu Sans"/>
                <a:ea typeface="DejaVu Sans"/>
                <a:cs typeface="DejaVu Sans"/>
              </a:defRPr>
            </a:lvl4pPr>
            <a:lvl5pPr>
              <a:defRPr sz="1275" b="1">
                <a:solidFill>
                  <a:srgbClr val="087E75"/>
                </a:solidFill>
                <a:latin typeface="DejaVu Sans"/>
                <a:ea typeface="DejaVu Sans"/>
                <a:cs typeface="DejaVu Sans"/>
              </a:defRPr>
            </a:lvl5pPr>
            <a:lvl6pPr>
              <a:defRPr sz="1275" b="1">
                <a:solidFill>
                  <a:srgbClr val="087E75"/>
                </a:solidFill>
                <a:latin typeface="DejaVu Sans"/>
                <a:ea typeface="DejaVu Sans"/>
                <a:cs typeface="DejaVu Sans"/>
              </a:defRPr>
            </a:lvl6pPr>
            <a:lvl7pPr>
              <a:defRPr sz="1275" b="1">
                <a:solidFill>
                  <a:srgbClr val="087E75"/>
                </a:solidFill>
                <a:latin typeface="DejaVu Sans"/>
                <a:ea typeface="DejaVu Sans"/>
                <a:cs typeface="DejaVu Sans"/>
              </a:defRPr>
            </a:lvl7pPr>
            <a:lvl8pPr>
              <a:defRPr sz="1275" b="1">
                <a:solidFill>
                  <a:srgbClr val="087E75"/>
                </a:solidFill>
                <a:latin typeface="DejaVu Sans"/>
                <a:ea typeface="DejaVu Sans"/>
                <a:cs typeface="DejaVu Sans"/>
              </a:defRPr>
            </a:lvl8pPr>
            <a:lvl9pPr>
              <a:defRPr sz="1275" b="1">
                <a:solidFill>
                  <a:srgbClr val="087E75"/>
                </a:solidFill>
                <a:latin typeface="DejaVu Sans"/>
                <a:ea typeface="DejaVu Sans"/>
                <a:cs typeface="DejaVu Sans"/>
              </a:defRPr>
            </a:lvl9pPr>
          </a:lstStyle>
          <a:p xmlns:a="http://schemas.openxmlformats.org/drawingml/2006/main">
            <a:pPr>
              <a:defRPr sz="1275" b="1">
                <a:solidFill>
                  <a:srgbClr val="087E75"/>
                </a:solidFill>
                <a:latin typeface="DejaVu Sans"/>
                <a:ea typeface="DejaVu Sans"/>
                <a:cs typeface="DejaVu Sans"/>
              </a:defRPr>
            </a:pPr>
            <a:r>
              <a:rPr sz="1275" b="1">
                <a:solidFill>
                  <a:srgbClr val="087E75"/>
                </a:solidFill>
                <a:latin typeface="DejaVu Sans"/>
                <a:ea typeface="DejaVu Sans"/>
                <a:cs typeface="DejaVu Sans"/>
              </a:rPr>
              <a:t>PRESENTER UPDATE</a:t>
            </a:r>
          </a:p>
        </p:txBody>
      </p:sp>
      <p:sp>
        <p:nvSpPr>
          <p:cNvPr id="2" name="title">
            <a:extLst xmlns:a="http://schemas.openxmlformats.org/drawingml/2006/main">
              <a:ext uri="{FF2B5EF4-FFF2-40B4-BE49-F238E27FC236}">
                <a16:creationId xmlns:a16="http://schemas.microsoft.com/office/drawing/2014/main" id="{AADC9F5B-E902-45D1-B09F-825B78D7AF65}"/>
              </a:ext>
            </a:extLst>
          </p:cNvPr>
          <p:cNvSpPr>
            <a:spLocks xmlns:a="http://schemas.openxmlformats.org/drawingml/2006/main" noGrp="1"/>
          </p:cNvSpPr>
          <p:nvPr/>
        </p:nvSpPr>
        <p:spPr>
          <a:xfrm xmlns:a="http://schemas.openxmlformats.org/drawingml/2006/main">
            <a:off x="685800" y="1257300"/>
            <a:ext cx="8001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800" b="1">
                <a:solidFill>
                  <a:srgbClr val="122D33"/>
                </a:solidFill>
                <a:latin typeface="DejaVu Sans"/>
                <a:ea typeface="DejaVu Sans"/>
                <a:cs typeface="DejaVu Sans"/>
              </a:defRPr>
            </a:defPPr>
            <a:lvl1pPr>
              <a:defRPr sz="4800" b="1">
                <a:solidFill>
                  <a:srgbClr val="122D33"/>
                </a:solidFill>
                <a:latin typeface="DejaVu Sans"/>
                <a:ea typeface="DejaVu Sans"/>
                <a:cs typeface="DejaVu Sans"/>
              </a:defRPr>
            </a:lvl1pPr>
            <a:lvl2pPr>
              <a:defRPr sz="4800" b="1">
                <a:solidFill>
                  <a:srgbClr val="122D33"/>
                </a:solidFill>
                <a:latin typeface="DejaVu Sans"/>
                <a:ea typeface="DejaVu Sans"/>
                <a:cs typeface="DejaVu Sans"/>
              </a:defRPr>
            </a:lvl2pPr>
            <a:lvl3pPr>
              <a:defRPr sz="4800" b="1">
                <a:solidFill>
                  <a:srgbClr val="122D33"/>
                </a:solidFill>
                <a:latin typeface="DejaVu Sans"/>
                <a:ea typeface="DejaVu Sans"/>
                <a:cs typeface="DejaVu Sans"/>
              </a:defRPr>
            </a:lvl3pPr>
            <a:lvl4pPr>
              <a:defRPr sz="4800" b="1">
                <a:solidFill>
                  <a:srgbClr val="122D33"/>
                </a:solidFill>
                <a:latin typeface="DejaVu Sans"/>
                <a:ea typeface="DejaVu Sans"/>
                <a:cs typeface="DejaVu Sans"/>
              </a:defRPr>
            </a:lvl4pPr>
            <a:lvl5pPr>
              <a:defRPr sz="4800" b="1">
                <a:solidFill>
                  <a:srgbClr val="122D33"/>
                </a:solidFill>
                <a:latin typeface="DejaVu Sans"/>
                <a:ea typeface="DejaVu Sans"/>
                <a:cs typeface="DejaVu Sans"/>
              </a:defRPr>
            </a:lvl5pPr>
            <a:lvl6pPr>
              <a:defRPr sz="4800" b="1">
                <a:solidFill>
                  <a:srgbClr val="122D33"/>
                </a:solidFill>
                <a:latin typeface="DejaVu Sans"/>
                <a:ea typeface="DejaVu Sans"/>
                <a:cs typeface="DejaVu Sans"/>
              </a:defRPr>
            </a:lvl6pPr>
            <a:lvl7pPr>
              <a:defRPr sz="4800" b="1">
                <a:solidFill>
                  <a:srgbClr val="122D33"/>
                </a:solidFill>
                <a:latin typeface="DejaVu Sans"/>
                <a:ea typeface="DejaVu Sans"/>
                <a:cs typeface="DejaVu Sans"/>
              </a:defRPr>
            </a:lvl7pPr>
            <a:lvl8pPr>
              <a:defRPr sz="4800" b="1">
                <a:solidFill>
                  <a:srgbClr val="122D33"/>
                </a:solidFill>
                <a:latin typeface="DejaVu Sans"/>
                <a:ea typeface="DejaVu Sans"/>
                <a:cs typeface="DejaVu Sans"/>
              </a:defRPr>
            </a:lvl8pPr>
            <a:lvl9pPr>
              <a:defRPr sz="4800" b="1">
                <a:solidFill>
                  <a:srgbClr val="122D33"/>
                </a:solidFill>
                <a:latin typeface="DejaVu Sans"/>
                <a:ea typeface="DejaVu Sans"/>
                <a:cs typeface="DejaVu Sans"/>
              </a:defRPr>
            </a:lvl9pPr>
          </a:lstStyle>
          <a:p xmlns:a="http://schemas.openxmlformats.org/drawingml/2006/main">
            <a:pPr>
              <a:defRPr sz="4800" b="1">
                <a:solidFill>
                  <a:srgbClr val="122D33"/>
                </a:solidFill>
                <a:latin typeface="DejaVu Sans"/>
                <a:ea typeface="DejaVu Sans"/>
                <a:cs typeface="DejaVu Sans"/>
              </a:defRPr>
            </a:pPr>
            <a:r>
              <a:rPr sz="4800" b="1">
                <a:solidFill>
                  <a:srgbClr val="122D33"/>
                </a:solidFill>
                <a:latin typeface="DejaVu Sans"/>
                <a:ea typeface="DejaVu Sans"/>
                <a:cs typeface="DejaVu Sans"/>
              </a:rPr>
              <a:t>[Presenter 4]</a:t>
            </a:r>
          </a:p>
        </p:txBody>
      </p:sp>
      <p:sp>
        <p:nvSpPr>
          <p:cNvPr id="3" name="subtitle">
            <a:extLst xmlns:a="http://schemas.openxmlformats.org/drawingml/2006/main">
              <a:ext uri="{FF2B5EF4-FFF2-40B4-BE49-F238E27FC236}">
                <a16:creationId xmlns:a16="http://schemas.microsoft.com/office/drawing/2014/main" id="{73039C38-B688-47A4-8E0B-1E22D5C1FDFC}"/>
              </a:ext>
            </a:extLst>
          </p:cNvPr>
          <p:cNvSpPr>
            <a:spLocks xmlns:a="http://schemas.openxmlformats.org/drawingml/2006/main" noGrp="1"/>
          </p:cNvSpPr>
          <p:nvPr/>
        </p:nvSpPr>
        <p:spPr>
          <a:xfrm xmlns:a="http://schemas.openxmlformats.org/drawingml/2006/main">
            <a:off x="685800" y="2828925"/>
            <a:ext cx="7810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4E6266"/>
                </a:solidFill>
                <a:latin typeface="DejaVu Sans"/>
                <a:ea typeface="DejaVu Sans"/>
                <a:cs typeface="DejaVu Sans"/>
              </a:defRPr>
            </a:defPPr>
            <a:lvl1pPr>
              <a:defRPr sz="1950" b="0">
                <a:solidFill>
                  <a:srgbClr val="4E6266"/>
                </a:solidFill>
                <a:latin typeface="DejaVu Sans"/>
                <a:ea typeface="DejaVu Sans"/>
                <a:cs typeface="DejaVu Sans"/>
              </a:defRPr>
            </a:lvl1pPr>
            <a:lvl2pPr>
              <a:defRPr sz="1950" b="0">
                <a:solidFill>
                  <a:srgbClr val="4E6266"/>
                </a:solidFill>
                <a:latin typeface="DejaVu Sans"/>
                <a:ea typeface="DejaVu Sans"/>
                <a:cs typeface="DejaVu Sans"/>
              </a:defRPr>
            </a:lvl2pPr>
            <a:lvl3pPr>
              <a:defRPr sz="1950" b="0">
                <a:solidFill>
                  <a:srgbClr val="4E6266"/>
                </a:solidFill>
                <a:latin typeface="DejaVu Sans"/>
                <a:ea typeface="DejaVu Sans"/>
                <a:cs typeface="DejaVu Sans"/>
              </a:defRPr>
            </a:lvl3pPr>
            <a:lvl4pPr>
              <a:defRPr sz="1950" b="0">
                <a:solidFill>
                  <a:srgbClr val="4E6266"/>
                </a:solidFill>
                <a:latin typeface="DejaVu Sans"/>
                <a:ea typeface="DejaVu Sans"/>
                <a:cs typeface="DejaVu Sans"/>
              </a:defRPr>
            </a:lvl4pPr>
            <a:lvl5pPr>
              <a:defRPr sz="1950" b="0">
                <a:solidFill>
                  <a:srgbClr val="4E6266"/>
                </a:solidFill>
                <a:latin typeface="DejaVu Sans"/>
                <a:ea typeface="DejaVu Sans"/>
                <a:cs typeface="DejaVu Sans"/>
              </a:defRPr>
            </a:lvl5pPr>
            <a:lvl6pPr>
              <a:defRPr sz="1950" b="0">
                <a:solidFill>
                  <a:srgbClr val="4E6266"/>
                </a:solidFill>
                <a:latin typeface="DejaVu Sans"/>
                <a:ea typeface="DejaVu Sans"/>
                <a:cs typeface="DejaVu Sans"/>
              </a:defRPr>
            </a:lvl6pPr>
            <a:lvl7pPr>
              <a:defRPr sz="1950" b="0">
                <a:solidFill>
                  <a:srgbClr val="4E6266"/>
                </a:solidFill>
                <a:latin typeface="DejaVu Sans"/>
                <a:ea typeface="DejaVu Sans"/>
                <a:cs typeface="DejaVu Sans"/>
              </a:defRPr>
            </a:lvl7pPr>
            <a:lvl8pPr>
              <a:defRPr sz="1950" b="0">
                <a:solidFill>
                  <a:srgbClr val="4E6266"/>
                </a:solidFill>
                <a:latin typeface="DejaVu Sans"/>
                <a:ea typeface="DejaVu Sans"/>
                <a:cs typeface="DejaVu Sans"/>
              </a:defRPr>
            </a:lvl8pPr>
            <a:lvl9pPr>
              <a:defRPr sz="1950" b="0">
                <a:solidFill>
                  <a:srgbClr val="4E6266"/>
                </a:solidFill>
                <a:latin typeface="DejaVu Sans"/>
                <a:ea typeface="DejaVu Sans"/>
                <a:cs typeface="DejaVu Sans"/>
              </a:defRPr>
            </a:lvl9pPr>
          </a:lstStyle>
          <a:p xmlns:a="http://schemas.openxmlformats.org/drawingml/2006/main">
            <a:pPr>
              <a:defRPr sz="1950" b="0">
                <a:solidFill>
                  <a:srgbClr val="4E6266"/>
                </a:solidFill>
                <a:latin typeface="DejaVu Sans"/>
                <a:ea typeface="DejaVu Sans"/>
                <a:cs typeface="DejaVu Sans"/>
              </a:defRPr>
            </a:pPr>
            <a:r>
              <a:rPr sz="1950" b="0">
                <a:solidFill>
                  <a:srgbClr val="4E6266"/>
                </a:solidFill>
                <a:latin typeface="DejaVu Sans"/>
                <a:ea typeface="DejaVu Sans"/>
                <a:cs typeface="DejaVu Sans"/>
              </a:rPr>
              <a:t>[One sentence about what changed]</a:t>
            </a:r>
          </a:p>
        </p:txBody>
      </p:sp>
      <p:sp>
        <p:nvSpPr>
          <p:cNvPr id="4" name="page">
            <a:extLst xmlns:a="http://schemas.openxmlformats.org/drawingml/2006/main">
              <a:ext uri="{FF2B5EF4-FFF2-40B4-BE49-F238E27FC236}">
                <a16:creationId xmlns:a16="http://schemas.microsoft.com/office/drawing/2014/main" id="{06D06588-3D9E-4593-B5B7-0E2EC2330ACD}"/>
              </a:ext>
            </a:extLst>
          </p:cNvPr>
          <p:cNvSpPr>
            <a:spLocks xmlns:a="http://schemas.openxmlformats.org/drawingml/2006/main" noGrp="1"/>
          </p:cNvSpPr>
          <p:nvPr/>
        </p:nvSpPr>
        <p:spPr>
          <a:xfrm xmlns:a="http://schemas.openxmlformats.org/drawingml/2006/main">
            <a:off x="10953750" y="62293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4E6266"/>
                </a:solidFill>
                <a:latin typeface="DejaVu Sans"/>
                <a:ea typeface="DejaVu Sans"/>
                <a:cs typeface="DejaVu Sans"/>
              </a:defRPr>
            </a:defPPr>
            <a:lvl1pPr>
              <a:defRPr sz="1275" b="0">
                <a:solidFill>
                  <a:srgbClr val="4E6266"/>
                </a:solidFill>
                <a:latin typeface="DejaVu Sans"/>
                <a:ea typeface="DejaVu Sans"/>
                <a:cs typeface="DejaVu Sans"/>
              </a:defRPr>
            </a:lvl1pPr>
            <a:lvl2pPr>
              <a:defRPr sz="1275" b="0">
                <a:solidFill>
                  <a:srgbClr val="4E6266"/>
                </a:solidFill>
                <a:latin typeface="DejaVu Sans"/>
                <a:ea typeface="DejaVu Sans"/>
                <a:cs typeface="DejaVu Sans"/>
              </a:defRPr>
            </a:lvl2pPr>
            <a:lvl3pPr>
              <a:defRPr sz="1275" b="0">
                <a:solidFill>
                  <a:srgbClr val="4E6266"/>
                </a:solidFill>
                <a:latin typeface="DejaVu Sans"/>
                <a:ea typeface="DejaVu Sans"/>
                <a:cs typeface="DejaVu Sans"/>
              </a:defRPr>
            </a:lvl3pPr>
            <a:lvl4pPr>
              <a:defRPr sz="1275" b="0">
                <a:solidFill>
                  <a:srgbClr val="4E6266"/>
                </a:solidFill>
                <a:latin typeface="DejaVu Sans"/>
                <a:ea typeface="DejaVu Sans"/>
                <a:cs typeface="DejaVu Sans"/>
              </a:defRPr>
            </a:lvl4pPr>
            <a:lvl5pPr>
              <a:defRPr sz="1275" b="0">
                <a:solidFill>
                  <a:srgbClr val="4E6266"/>
                </a:solidFill>
                <a:latin typeface="DejaVu Sans"/>
                <a:ea typeface="DejaVu Sans"/>
                <a:cs typeface="DejaVu Sans"/>
              </a:defRPr>
            </a:lvl5pPr>
            <a:lvl6pPr>
              <a:defRPr sz="1275" b="0">
                <a:solidFill>
                  <a:srgbClr val="4E6266"/>
                </a:solidFill>
                <a:latin typeface="DejaVu Sans"/>
                <a:ea typeface="DejaVu Sans"/>
                <a:cs typeface="DejaVu Sans"/>
              </a:defRPr>
            </a:lvl6pPr>
            <a:lvl7pPr>
              <a:defRPr sz="1275" b="0">
                <a:solidFill>
                  <a:srgbClr val="4E6266"/>
                </a:solidFill>
                <a:latin typeface="DejaVu Sans"/>
                <a:ea typeface="DejaVu Sans"/>
                <a:cs typeface="DejaVu Sans"/>
              </a:defRPr>
            </a:lvl7pPr>
            <a:lvl8pPr>
              <a:defRPr sz="1275" b="0">
                <a:solidFill>
                  <a:srgbClr val="4E6266"/>
                </a:solidFill>
                <a:latin typeface="DejaVu Sans"/>
                <a:ea typeface="DejaVu Sans"/>
                <a:cs typeface="DejaVu Sans"/>
              </a:defRPr>
            </a:lvl8pPr>
            <a:lvl9pPr>
              <a:defRPr sz="1275" b="0">
                <a:solidFill>
                  <a:srgbClr val="4E6266"/>
                </a:solidFill>
                <a:latin typeface="DejaVu Sans"/>
                <a:ea typeface="DejaVu Sans"/>
                <a:cs typeface="DejaVu Sans"/>
              </a:defRPr>
            </a:lvl9pPr>
          </a:lstStyle>
          <a:p xmlns:a="http://schemas.openxmlformats.org/drawingml/2006/main">
            <a:pPr>
              <a:defRPr sz="1275" b="0">
                <a:solidFill>
                  <a:srgbClr val="4E6266"/>
                </a:solidFill>
                <a:latin typeface="DejaVu Sans"/>
                <a:ea typeface="DejaVu Sans"/>
                <a:cs typeface="DejaVu Sans"/>
              </a:defRPr>
            </a:pPr>
            <a:r>
              <a:rPr sz="1275" b="0">
                <a:solidFill>
                  <a:srgbClr val="4E6266"/>
                </a:solidFill>
                <a:latin typeface="DejaVu Sans"/>
                <a:ea typeface="DejaVu Sans"/>
                <a:cs typeface="DejaVu Sans"/>
              </a:rPr>
              <a:t>05</a:t>
            </a:r>
          </a:p>
        </p:txBody>
      </p:sp>
      <p:sp>
        <p:nvSpPr>
          <p:cNvPr id="5" name="meeting-footer">
            <a:extLst xmlns:a="http://schemas.openxmlformats.org/drawingml/2006/main">
              <a:ext uri="{FF2B5EF4-FFF2-40B4-BE49-F238E27FC236}">
                <a16:creationId xmlns:a16="http://schemas.microsoft.com/office/drawing/2014/main" id="{DF9857A4-06C2-4212-9E72-1C7A1857C576}"/>
              </a:ext>
            </a:extLst>
          </p:cNvPr>
          <p:cNvSpPr>
            <a:spLocks xmlns:a="http://schemas.openxmlformats.org/drawingml/2006/main" noGrp="1"/>
          </p:cNvSpPr>
          <p:nvPr/>
        </p:nvSpPr>
        <p:spPr>
          <a:xfrm xmlns:a="http://schemas.openxmlformats.org/drawingml/2006/main">
            <a:off x="685800" y="6229350"/>
            <a:ext cx="904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4E6266"/>
                </a:solidFill>
                <a:latin typeface="DejaVu Sans"/>
                <a:ea typeface="DejaVu Sans"/>
                <a:cs typeface="DejaVu Sans"/>
              </a:defRPr>
            </a:defPPr>
            <a:lvl1pPr>
              <a:defRPr sz="1275" b="0">
                <a:solidFill>
                  <a:srgbClr val="4E6266"/>
                </a:solidFill>
                <a:latin typeface="DejaVu Sans"/>
                <a:ea typeface="DejaVu Sans"/>
                <a:cs typeface="DejaVu Sans"/>
              </a:defRPr>
            </a:lvl1pPr>
            <a:lvl2pPr>
              <a:defRPr sz="1275" b="0">
                <a:solidFill>
                  <a:srgbClr val="4E6266"/>
                </a:solidFill>
                <a:latin typeface="DejaVu Sans"/>
                <a:ea typeface="DejaVu Sans"/>
                <a:cs typeface="DejaVu Sans"/>
              </a:defRPr>
            </a:lvl2pPr>
            <a:lvl3pPr>
              <a:defRPr sz="1275" b="0">
                <a:solidFill>
                  <a:srgbClr val="4E6266"/>
                </a:solidFill>
                <a:latin typeface="DejaVu Sans"/>
                <a:ea typeface="DejaVu Sans"/>
                <a:cs typeface="DejaVu Sans"/>
              </a:defRPr>
            </a:lvl3pPr>
            <a:lvl4pPr>
              <a:defRPr sz="1275" b="0">
                <a:solidFill>
                  <a:srgbClr val="4E6266"/>
                </a:solidFill>
                <a:latin typeface="DejaVu Sans"/>
                <a:ea typeface="DejaVu Sans"/>
                <a:cs typeface="DejaVu Sans"/>
              </a:defRPr>
            </a:lvl4pPr>
            <a:lvl5pPr>
              <a:defRPr sz="1275" b="0">
                <a:solidFill>
                  <a:srgbClr val="4E6266"/>
                </a:solidFill>
                <a:latin typeface="DejaVu Sans"/>
                <a:ea typeface="DejaVu Sans"/>
                <a:cs typeface="DejaVu Sans"/>
              </a:defRPr>
            </a:lvl5pPr>
            <a:lvl6pPr>
              <a:defRPr sz="1275" b="0">
                <a:solidFill>
                  <a:srgbClr val="4E6266"/>
                </a:solidFill>
                <a:latin typeface="DejaVu Sans"/>
                <a:ea typeface="DejaVu Sans"/>
                <a:cs typeface="DejaVu Sans"/>
              </a:defRPr>
            </a:lvl6pPr>
            <a:lvl7pPr>
              <a:defRPr sz="1275" b="0">
                <a:solidFill>
                  <a:srgbClr val="4E6266"/>
                </a:solidFill>
                <a:latin typeface="DejaVu Sans"/>
                <a:ea typeface="DejaVu Sans"/>
                <a:cs typeface="DejaVu Sans"/>
              </a:defRPr>
            </a:lvl7pPr>
            <a:lvl8pPr>
              <a:defRPr sz="1275" b="0">
                <a:solidFill>
                  <a:srgbClr val="4E6266"/>
                </a:solidFill>
                <a:latin typeface="DejaVu Sans"/>
                <a:ea typeface="DejaVu Sans"/>
                <a:cs typeface="DejaVu Sans"/>
              </a:defRPr>
            </a:lvl8pPr>
            <a:lvl9pPr>
              <a:defRPr sz="1275" b="0">
                <a:solidFill>
                  <a:srgbClr val="4E6266"/>
                </a:solidFill>
                <a:latin typeface="DejaVu Sans"/>
                <a:ea typeface="DejaVu Sans"/>
                <a:cs typeface="DejaVu Sans"/>
              </a:defRPr>
            </a:lvl9pPr>
          </a:lstStyle>
          <a:p xmlns:a="http://schemas.openxmlformats.org/drawingml/2006/main">
            <a:pPr>
              <a:defRPr sz="1275" b="0">
                <a:solidFill>
                  <a:srgbClr val="4E6266"/>
                </a:solidFill>
                <a:latin typeface="DejaVu Sans"/>
                <a:ea typeface="DejaVu Sans"/>
                <a:cs typeface="DejaVu Sans"/>
              </a:defRPr>
            </a:pPr>
            <a:r>
              <a:rPr sz="1275" b="0">
                <a:solidFill>
                  <a:srgbClr val="4E6266"/>
                </a:solidFill>
                <a:latin typeface="DejaVu Sans"/>
                <a:ea typeface="DejaVu Sans"/>
                <a:cs typeface="DejaVu Sans"/>
              </a:rPr>
              <a:t>[TEAM NAME]   /   [MEETING DATE]</a:t>
            </a:r>
          </a:p>
        </p:txBody>
      </p:sp>
      <p:sp>
        <p:nvSpPr>
          <p:cNvPr id="6" name="prompt-0">
            <a:extLst xmlns:a="http://schemas.openxmlformats.org/drawingml/2006/main">
              <a:ext uri="{FF2B5EF4-FFF2-40B4-BE49-F238E27FC236}">
                <a16:creationId xmlns:a16="http://schemas.microsoft.com/office/drawing/2014/main" id="{7EF36319-6E5E-4DA8-8A50-76F48018E87C}"/>
              </a:ext>
            </a:extLst>
          </p:cNvPr>
          <p:cNvSpPr>
            <a:spLocks xmlns:a="http://schemas.openxmlformats.org/drawingml/2006/main" noGrp="1"/>
          </p:cNvSpPr>
          <p:nvPr/>
        </p:nvSpPr>
        <p:spPr>
          <a:xfrm xmlns:a="http://schemas.openxmlformats.org/drawingml/2006/main">
            <a:off x="685800" y="41148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087E75"/>
                </a:solidFill>
                <a:latin typeface="DejaVu Sans"/>
                <a:ea typeface="DejaVu Sans"/>
                <a:cs typeface="DejaVu Sans"/>
              </a:defRPr>
            </a:defPPr>
            <a:lvl1pPr>
              <a:defRPr sz="1725" b="1">
                <a:solidFill>
                  <a:srgbClr val="087E75"/>
                </a:solidFill>
                <a:latin typeface="DejaVu Sans"/>
                <a:ea typeface="DejaVu Sans"/>
                <a:cs typeface="DejaVu Sans"/>
              </a:defRPr>
            </a:lvl1pPr>
            <a:lvl2pPr>
              <a:defRPr sz="1725" b="1">
                <a:solidFill>
                  <a:srgbClr val="087E75"/>
                </a:solidFill>
                <a:latin typeface="DejaVu Sans"/>
                <a:ea typeface="DejaVu Sans"/>
                <a:cs typeface="DejaVu Sans"/>
              </a:defRPr>
            </a:lvl2pPr>
            <a:lvl3pPr>
              <a:defRPr sz="1725" b="1">
                <a:solidFill>
                  <a:srgbClr val="087E75"/>
                </a:solidFill>
                <a:latin typeface="DejaVu Sans"/>
                <a:ea typeface="DejaVu Sans"/>
                <a:cs typeface="DejaVu Sans"/>
              </a:defRPr>
            </a:lvl3pPr>
            <a:lvl4pPr>
              <a:defRPr sz="1725" b="1">
                <a:solidFill>
                  <a:srgbClr val="087E75"/>
                </a:solidFill>
                <a:latin typeface="DejaVu Sans"/>
                <a:ea typeface="DejaVu Sans"/>
                <a:cs typeface="DejaVu Sans"/>
              </a:defRPr>
            </a:lvl4pPr>
            <a:lvl5pPr>
              <a:defRPr sz="1725" b="1">
                <a:solidFill>
                  <a:srgbClr val="087E75"/>
                </a:solidFill>
                <a:latin typeface="DejaVu Sans"/>
                <a:ea typeface="DejaVu Sans"/>
                <a:cs typeface="DejaVu Sans"/>
              </a:defRPr>
            </a:lvl5pPr>
            <a:lvl6pPr>
              <a:defRPr sz="1725" b="1">
                <a:solidFill>
                  <a:srgbClr val="087E75"/>
                </a:solidFill>
                <a:latin typeface="DejaVu Sans"/>
                <a:ea typeface="DejaVu Sans"/>
                <a:cs typeface="DejaVu Sans"/>
              </a:defRPr>
            </a:lvl6pPr>
            <a:lvl7pPr>
              <a:defRPr sz="1725" b="1">
                <a:solidFill>
                  <a:srgbClr val="087E75"/>
                </a:solidFill>
                <a:latin typeface="DejaVu Sans"/>
                <a:ea typeface="DejaVu Sans"/>
                <a:cs typeface="DejaVu Sans"/>
              </a:defRPr>
            </a:lvl7pPr>
            <a:lvl8pPr>
              <a:defRPr sz="1725" b="1">
                <a:solidFill>
                  <a:srgbClr val="087E75"/>
                </a:solidFill>
                <a:latin typeface="DejaVu Sans"/>
                <a:ea typeface="DejaVu Sans"/>
                <a:cs typeface="DejaVu Sans"/>
              </a:defRPr>
            </a:lvl8pPr>
            <a:lvl9pPr>
              <a:defRPr sz="1725" b="1">
                <a:solidFill>
                  <a:srgbClr val="087E75"/>
                </a:solidFill>
                <a:latin typeface="DejaVu Sans"/>
                <a:ea typeface="DejaVu Sans"/>
                <a:cs typeface="DejaVu Sans"/>
              </a:defRPr>
            </a:lvl9pPr>
          </a:lstStyle>
          <a:p xmlns:a="http://schemas.openxmlformats.org/drawingml/2006/main">
            <a:pPr>
              <a:defRPr sz="1725" b="1">
                <a:solidFill>
                  <a:srgbClr val="087E75"/>
                </a:solidFill>
                <a:latin typeface="DejaVu Sans"/>
                <a:ea typeface="DejaVu Sans"/>
                <a:cs typeface="DejaVu Sans"/>
              </a:defRPr>
            </a:pPr>
            <a:r>
              <a:rPr sz="1725" b="1">
                <a:solidFill>
                  <a:srgbClr val="087E75"/>
                </a:solidFill>
                <a:latin typeface="DejaVu Sans"/>
                <a:ea typeface="DejaVu Sans"/>
                <a:cs typeface="DejaVu Sans"/>
              </a:rPr>
              <a:t>Progress</a:t>
            </a:r>
          </a:p>
        </p:txBody>
      </p:sp>
      <p:sp>
        <p:nvSpPr>
          <p:cNvPr id="7" name="content-0">
            <a:extLst xmlns:a="http://schemas.openxmlformats.org/drawingml/2006/main">
              <a:ext uri="{FF2B5EF4-FFF2-40B4-BE49-F238E27FC236}">
                <a16:creationId xmlns:a16="http://schemas.microsoft.com/office/drawing/2014/main" id="{42A2A9F0-58F0-4BFB-822C-2405EDE3AEF8}"/>
              </a:ext>
            </a:extLst>
          </p:cNvPr>
          <p:cNvSpPr>
            <a:spLocks xmlns:a="http://schemas.openxmlformats.org/drawingml/2006/main" noGrp="1"/>
          </p:cNvSpPr>
          <p:nvPr/>
        </p:nvSpPr>
        <p:spPr>
          <a:xfrm xmlns:a="http://schemas.openxmlformats.org/drawingml/2006/main">
            <a:off x="2381250" y="4114800"/>
            <a:ext cx="652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122D33"/>
                </a:solidFill>
                <a:latin typeface="DejaVu Sans"/>
                <a:ea typeface="DejaVu Sans"/>
                <a:cs typeface="DejaVu Sans"/>
              </a:defRPr>
            </a:defPPr>
            <a:lvl1pPr>
              <a:defRPr sz="1725" b="0">
                <a:solidFill>
                  <a:srgbClr val="122D33"/>
                </a:solidFill>
                <a:latin typeface="DejaVu Sans"/>
                <a:ea typeface="DejaVu Sans"/>
                <a:cs typeface="DejaVu Sans"/>
              </a:defRPr>
            </a:lvl1pPr>
            <a:lvl2pPr>
              <a:defRPr sz="1725" b="0">
                <a:solidFill>
                  <a:srgbClr val="122D33"/>
                </a:solidFill>
                <a:latin typeface="DejaVu Sans"/>
                <a:ea typeface="DejaVu Sans"/>
                <a:cs typeface="DejaVu Sans"/>
              </a:defRPr>
            </a:lvl2pPr>
            <a:lvl3pPr>
              <a:defRPr sz="1725" b="0">
                <a:solidFill>
                  <a:srgbClr val="122D33"/>
                </a:solidFill>
                <a:latin typeface="DejaVu Sans"/>
                <a:ea typeface="DejaVu Sans"/>
                <a:cs typeface="DejaVu Sans"/>
              </a:defRPr>
            </a:lvl3pPr>
            <a:lvl4pPr>
              <a:defRPr sz="1725" b="0">
                <a:solidFill>
                  <a:srgbClr val="122D33"/>
                </a:solidFill>
                <a:latin typeface="DejaVu Sans"/>
                <a:ea typeface="DejaVu Sans"/>
                <a:cs typeface="DejaVu Sans"/>
              </a:defRPr>
            </a:lvl4pPr>
            <a:lvl5pPr>
              <a:defRPr sz="1725" b="0">
                <a:solidFill>
                  <a:srgbClr val="122D33"/>
                </a:solidFill>
                <a:latin typeface="DejaVu Sans"/>
                <a:ea typeface="DejaVu Sans"/>
                <a:cs typeface="DejaVu Sans"/>
              </a:defRPr>
            </a:lvl5pPr>
            <a:lvl6pPr>
              <a:defRPr sz="1725" b="0">
                <a:solidFill>
                  <a:srgbClr val="122D33"/>
                </a:solidFill>
                <a:latin typeface="DejaVu Sans"/>
                <a:ea typeface="DejaVu Sans"/>
                <a:cs typeface="DejaVu Sans"/>
              </a:defRPr>
            </a:lvl6pPr>
            <a:lvl7pPr>
              <a:defRPr sz="1725" b="0">
                <a:solidFill>
                  <a:srgbClr val="122D33"/>
                </a:solidFill>
                <a:latin typeface="DejaVu Sans"/>
                <a:ea typeface="DejaVu Sans"/>
                <a:cs typeface="DejaVu Sans"/>
              </a:defRPr>
            </a:lvl7pPr>
            <a:lvl8pPr>
              <a:defRPr sz="1725" b="0">
                <a:solidFill>
                  <a:srgbClr val="122D33"/>
                </a:solidFill>
                <a:latin typeface="DejaVu Sans"/>
                <a:ea typeface="DejaVu Sans"/>
                <a:cs typeface="DejaVu Sans"/>
              </a:defRPr>
            </a:lvl8pPr>
            <a:lvl9pPr>
              <a:defRPr sz="1725" b="0">
                <a:solidFill>
                  <a:srgbClr val="122D33"/>
                </a:solidFill>
                <a:latin typeface="DejaVu Sans"/>
                <a:ea typeface="DejaVu Sans"/>
                <a:cs typeface="DejaVu Sans"/>
              </a:defRPr>
            </a:lvl9pPr>
          </a:lstStyle>
          <a:p xmlns:a="http://schemas.openxmlformats.org/drawingml/2006/main">
            <a:pPr>
              <a:defRPr sz="1725" b="0">
                <a:solidFill>
                  <a:srgbClr val="122D33"/>
                </a:solidFill>
                <a:latin typeface="DejaVu Sans"/>
                <a:ea typeface="DejaVu Sans"/>
                <a:cs typeface="DejaVu Sans"/>
              </a:defRPr>
            </a:pPr>
            <a:r>
              <a:rPr sz="1725" b="0">
                <a:solidFill>
                  <a:srgbClr val="122D33"/>
                </a:solidFill>
                <a:latin typeface="DejaVu Sans"/>
                <a:ea typeface="DejaVu Sans"/>
                <a:cs typeface="DejaVu Sans"/>
              </a:rPr>
              <a:t>[What changed since last week?]</a:t>
            </a:r>
          </a:p>
        </p:txBody>
      </p:sp>
      <p:sp>
        <p:nvSpPr>
          <p:cNvPr id="8" name="prompt-1">
            <a:extLst xmlns:a="http://schemas.openxmlformats.org/drawingml/2006/main">
              <a:ext uri="{FF2B5EF4-FFF2-40B4-BE49-F238E27FC236}">
                <a16:creationId xmlns:a16="http://schemas.microsoft.com/office/drawing/2014/main" id="{B2ECB5C6-856D-403E-9829-D79421FFEF5A}"/>
              </a:ext>
            </a:extLst>
          </p:cNvPr>
          <p:cNvSpPr>
            <a:spLocks xmlns:a="http://schemas.openxmlformats.org/drawingml/2006/main" noGrp="1"/>
          </p:cNvSpPr>
          <p:nvPr/>
        </p:nvSpPr>
        <p:spPr>
          <a:xfrm xmlns:a="http://schemas.openxmlformats.org/drawingml/2006/main">
            <a:off x="685800" y="473392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087E75"/>
                </a:solidFill>
                <a:latin typeface="DejaVu Sans"/>
                <a:ea typeface="DejaVu Sans"/>
                <a:cs typeface="DejaVu Sans"/>
              </a:defRPr>
            </a:defPPr>
            <a:lvl1pPr>
              <a:defRPr sz="1725" b="1">
                <a:solidFill>
                  <a:srgbClr val="087E75"/>
                </a:solidFill>
                <a:latin typeface="DejaVu Sans"/>
                <a:ea typeface="DejaVu Sans"/>
                <a:cs typeface="DejaVu Sans"/>
              </a:defRPr>
            </a:lvl1pPr>
            <a:lvl2pPr>
              <a:defRPr sz="1725" b="1">
                <a:solidFill>
                  <a:srgbClr val="087E75"/>
                </a:solidFill>
                <a:latin typeface="DejaVu Sans"/>
                <a:ea typeface="DejaVu Sans"/>
                <a:cs typeface="DejaVu Sans"/>
              </a:defRPr>
            </a:lvl2pPr>
            <a:lvl3pPr>
              <a:defRPr sz="1725" b="1">
                <a:solidFill>
                  <a:srgbClr val="087E75"/>
                </a:solidFill>
                <a:latin typeface="DejaVu Sans"/>
                <a:ea typeface="DejaVu Sans"/>
                <a:cs typeface="DejaVu Sans"/>
              </a:defRPr>
            </a:lvl3pPr>
            <a:lvl4pPr>
              <a:defRPr sz="1725" b="1">
                <a:solidFill>
                  <a:srgbClr val="087E75"/>
                </a:solidFill>
                <a:latin typeface="DejaVu Sans"/>
                <a:ea typeface="DejaVu Sans"/>
                <a:cs typeface="DejaVu Sans"/>
              </a:defRPr>
            </a:lvl4pPr>
            <a:lvl5pPr>
              <a:defRPr sz="1725" b="1">
                <a:solidFill>
                  <a:srgbClr val="087E75"/>
                </a:solidFill>
                <a:latin typeface="DejaVu Sans"/>
                <a:ea typeface="DejaVu Sans"/>
                <a:cs typeface="DejaVu Sans"/>
              </a:defRPr>
            </a:lvl5pPr>
            <a:lvl6pPr>
              <a:defRPr sz="1725" b="1">
                <a:solidFill>
                  <a:srgbClr val="087E75"/>
                </a:solidFill>
                <a:latin typeface="DejaVu Sans"/>
                <a:ea typeface="DejaVu Sans"/>
                <a:cs typeface="DejaVu Sans"/>
              </a:defRPr>
            </a:lvl6pPr>
            <a:lvl7pPr>
              <a:defRPr sz="1725" b="1">
                <a:solidFill>
                  <a:srgbClr val="087E75"/>
                </a:solidFill>
                <a:latin typeface="DejaVu Sans"/>
                <a:ea typeface="DejaVu Sans"/>
                <a:cs typeface="DejaVu Sans"/>
              </a:defRPr>
            </a:lvl7pPr>
            <a:lvl8pPr>
              <a:defRPr sz="1725" b="1">
                <a:solidFill>
                  <a:srgbClr val="087E75"/>
                </a:solidFill>
                <a:latin typeface="DejaVu Sans"/>
                <a:ea typeface="DejaVu Sans"/>
                <a:cs typeface="DejaVu Sans"/>
              </a:defRPr>
            </a:lvl8pPr>
            <a:lvl9pPr>
              <a:defRPr sz="1725" b="1">
                <a:solidFill>
                  <a:srgbClr val="087E75"/>
                </a:solidFill>
                <a:latin typeface="DejaVu Sans"/>
                <a:ea typeface="DejaVu Sans"/>
                <a:cs typeface="DejaVu Sans"/>
              </a:defRPr>
            </a:lvl9pPr>
          </a:lstStyle>
          <a:p xmlns:a="http://schemas.openxmlformats.org/drawingml/2006/main">
            <a:pPr>
              <a:defRPr sz="1725" b="1">
                <a:solidFill>
                  <a:srgbClr val="087E75"/>
                </a:solidFill>
                <a:latin typeface="DejaVu Sans"/>
                <a:ea typeface="DejaVu Sans"/>
                <a:cs typeface="DejaVu Sans"/>
              </a:defRPr>
            </a:pPr>
            <a:r>
              <a:rPr sz="1725" b="1">
                <a:solidFill>
                  <a:srgbClr val="087E75"/>
                </a:solidFill>
                <a:latin typeface="DejaVu Sans"/>
                <a:ea typeface="DejaVu Sans"/>
                <a:cs typeface="DejaVu Sans"/>
              </a:rPr>
              <a:t>Evidence</a:t>
            </a:r>
          </a:p>
        </p:txBody>
      </p:sp>
      <p:sp>
        <p:nvSpPr>
          <p:cNvPr id="9" name="content-1">
            <a:extLst xmlns:a="http://schemas.openxmlformats.org/drawingml/2006/main">
              <a:ext uri="{FF2B5EF4-FFF2-40B4-BE49-F238E27FC236}">
                <a16:creationId xmlns:a16="http://schemas.microsoft.com/office/drawing/2014/main" id="{826F683C-E28A-4D63-A03A-0A578BB07DD8}"/>
              </a:ext>
            </a:extLst>
          </p:cNvPr>
          <p:cNvSpPr>
            <a:spLocks xmlns:a="http://schemas.openxmlformats.org/drawingml/2006/main" noGrp="1"/>
          </p:cNvSpPr>
          <p:nvPr/>
        </p:nvSpPr>
        <p:spPr>
          <a:xfrm xmlns:a="http://schemas.openxmlformats.org/drawingml/2006/main">
            <a:off x="2381250" y="4733925"/>
            <a:ext cx="652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122D33"/>
                </a:solidFill>
                <a:latin typeface="DejaVu Sans"/>
                <a:ea typeface="DejaVu Sans"/>
                <a:cs typeface="DejaVu Sans"/>
              </a:defRPr>
            </a:defPPr>
            <a:lvl1pPr>
              <a:defRPr sz="1725" b="0">
                <a:solidFill>
                  <a:srgbClr val="122D33"/>
                </a:solidFill>
                <a:latin typeface="DejaVu Sans"/>
                <a:ea typeface="DejaVu Sans"/>
                <a:cs typeface="DejaVu Sans"/>
              </a:defRPr>
            </a:lvl1pPr>
            <a:lvl2pPr>
              <a:defRPr sz="1725" b="0">
                <a:solidFill>
                  <a:srgbClr val="122D33"/>
                </a:solidFill>
                <a:latin typeface="DejaVu Sans"/>
                <a:ea typeface="DejaVu Sans"/>
                <a:cs typeface="DejaVu Sans"/>
              </a:defRPr>
            </a:lvl2pPr>
            <a:lvl3pPr>
              <a:defRPr sz="1725" b="0">
                <a:solidFill>
                  <a:srgbClr val="122D33"/>
                </a:solidFill>
                <a:latin typeface="DejaVu Sans"/>
                <a:ea typeface="DejaVu Sans"/>
                <a:cs typeface="DejaVu Sans"/>
              </a:defRPr>
            </a:lvl3pPr>
            <a:lvl4pPr>
              <a:defRPr sz="1725" b="0">
                <a:solidFill>
                  <a:srgbClr val="122D33"/>
                </a:solidFill>
                <a:latin typeface="DejaVu Sans"/>
                <a:ea typeface="DejaVu Sans"/>
                <a:cs typeface="DejaVu Sans"/>
              </a:defRPr>
            </a:lvl4pPr>
            <a:lvl5pPr>
              <a:defRPr sz="1725" b="0">
                <a:solidFill>
                  <a:srgbClr val="122D33"/>
                </a:solidFill>
                <a:latin typeface="DejaVu Sans"/>
                <a:ea typeface="DejaVu Sans"/>
                <a:cs typeface="DejaVu Sans"/>
              </a:defRPr>
            </a:lvl5pPr>
            <a:lvl6pPr>
              <a:defRPr sz="1725" b="0">
                <a:solidFill>
                  <a:srgbClr val="122D33"/>
                </a:solidFill>
                <a:latin typeface="DejaVu Sans"/>
                <a:ea typeface="DejaVu Sans"/>
                <a:cs typeface="DejaVu Sans"/>
              </a:defRPr>
            </a:lvl6pPr>
            <a:lvl7pPr>
              <a:defRPr sz="1725" b="0">
                <a:solidFill>
                  <a:srgbClr val="122D33"/>
                </a:solidFill>
                <a:latin typeface="DejaVu Sans"/>
                <a:ea typeface="DejaVu Sans"/>
                <a:cs typeface="DejaVu Sans"/>
              </a:defRPr>
            </a:lvl7pPr>
            <a:lvl8pPr>
              <a:defRPr sz="1725" b="0">
                <a:solidFill>
                  <a:srgbClr val="122D33"/>
                </a:solidFill>
                <a:latin typeface="DejaVu Sans"/>
                <a:ea typeface="DejaVu Sans"/>
                <a:cs typeface="DejaVu Sans"/>
              </a:defRPr>
            </a:lvl8pPr>
            <a:lvl9pPr>
              <a:defRPr sz="1725" b="0">
                <a:solidFill>
                  <a:srgbClr val="122D33"/>
                </a:solidFill>
                <a:latin typeface="DejaVu Sans"/>
                <a:ea typeface="DejaVu Sans"/>
                <a:cs typeface="DejaVu Sans"/>
              </a:defRPr>
            </a:lvl9pPr>
          </a:lstStyle>
          <a:p xmlns:a="http://schemas.openxmlformats.org/drawingml/2006/main">
            <a:pPr>
              <a:defRPr sz="1725" b="0">
                <a:solidFill>
                  <a:srgbClr val="122D33"/>
                </a:solidFill>
                <a:latin typeface="DejaVu Sans"/>
                <a:ea typeface="DejaVu Sans"/>
                <a:cs typeface="DejaVu Sans"/>
              </a:defRPr>
            </a:pPr>
            <a:r>
              <a:rPr sz="1725" b="0">
                <a:solidFill>
                  <a:srgbClr val="122D33"/>
                </a:solidFill>
                <a:latin typeface="DejaVu Sans"/>
                <a:ea typeface="DejaVu Sans"/>
                <a:cs typeface="DejaVu Sans"/>
              </a:rPr>
              <a:t>[A result, example, or supporting link]</a:t>
            </a:r>
          </a:p>
        </p:txBody>
      </p:sp>
      <p:sp>
        <p:nvSpPr>
          <p:cNvPr id="10" name="prompt-2">
            <a:extLst xmlns:a="http://schemas.openxmlformats.org/drawingml/2006/main">
              <a:ext uri="{FF2B5EF4-FFF2-40B4-BE49-F238E27FC236}">
                <a16:creationId xmlns:a16="http://schemas.microsoft.com/office/drawing/2014/main" id="{750A25FA-E139-4683-816F-DF9A1E9BBD23}"/>
              </a:ext>
            </a:extLst>
          </p:cNvPr>
          <p:cNvSpPr>
            <a:spLocks xmlns:a="http://schemas.openxmlformats.org/drawingml/2006/main" noGrp="1"/>
          </p:cNvSpPr>
          <p:nvPr/>
        </p:nvSpPr>
        <p:spPr>
          <a:xfrm xmlns:a="http://schemas.openxmlformats.org/drawingml/2006/main">
            <a:off x="685800" y="535305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087E75"/>
                </a:solidFill>
                <a:latin typeface="DejaVu Sans"/>
                <a:ea typeface="DejaVu Sans"/>
                <a:cs typeface="DejaVu Sans"/>
              </a:defRPr>
            </a:defPPr>
            <a:lvl1pPr>
              <a:defRPr sz="1725" b="1">
                <a:solidFill>
                  <a:srgbClr val="087E75"/>
                </a:solidFill>
                <a:latin typeface="DejaVu Sans"/>
                <a:ea typeface="DejaVu Sans"/>
                <a:cs typeface="DejaVu Sans"/>
              </a:defRPr>
            </a:lvl1pPr>
            <a:lvl2pPr>
              <a:defRPr sz="1725" b="1">
                <a:solidFill>
                  <a:srgbClr val="087E75"/>
                </a:solidFill>
                <a:latin typeface="DejaVu Sans"/>
                <a:ea typeface="DejaVu Sans"/>
                <a:cs typeface="DejaVu Sans"/>
              </a:defRPr>
            </a:lvl2pPr>
            <a:lvl3pPr>
              <a:defRPr sz="1725" b="1">
                <a:solidFill>
                  <a:srgbClr val="087E75"/>
                </a:solidFill>
                <a:latin typeface="DejaVu Sans"/>
                <a:ea typeface="DejaVu Sans"/>
                <a:cs typeface="DejaVu Sans"/>
              </a:defRPr>
            </a:lvl3pPr>
            <a:lvl4pPr>
              <a:defRPr sz="1725" b="1">
                <a:solidFill>
                  <a:srgbClr val="087E75"/>
                </a:solidFill>
                <a:latin typeface="DejaVu Sans"/>
                <a:ea typeface="DejaVu Sans"/>
                <a:cs typeface="DejaVu Sans"/>
              </a:defRPr>
            </a:lvl4pPr>
            <a:lvl5pPr>
              <a:defRPr sz="1725" b="1">
                <a:solidFill>
                  <a:srgbClr val="087E75"/>
                </a:solidFill>
                <a:latin typeface="DejaVu Sans"/>
                <a:ea typeface="DejaVu Sans"/>
                <a:cs typeface="DejaVu Sans"/>
              </a:defRPr>
            </a:lvl5pPr>
            <a:lvl6pPr>
              <a:defRPr sz="1725" b="1">
                <a:solidFill>
                  <a:srgbClr val="087E75"/>
                </a:solidFill>
                <a:latin typeface="DejaVu Sans"/>
                <a:ea typeface="DejaVu Sans"/>
                <a:cs typeface="DejaVu Sans"/>
              </a:defRPr>
            </a:lvl6pPr>
            <a:lvl7pPr>
              <a:defRPr sz="1725" b="1">
                <a:solidFill>
                  <a:srgbClr val="087E75"/>
                </a:solidFill>
                <a:latin typeface="DejaVu Sans"/>
                <a:ea typeface="DejaVu Sans"/>
                <a:cs typeface="DejaVu Sans"/>
              </a:defRPr>
            </a:lvl7pPr>
            <a:lvl8pPr>
              <a:defRPr sz="1725" b="1">
                <a:solidFill>
                  <a:srgbClr val="087E75"/>
                </a:solidFill>
                <a:latin typeface="DejaVu Sans"/>
                <a:ea typeface="DejaVu Sans"/>
                <a:cs typeface="DejaVu Sans"/>
              </a:defRPr>
            </a:lvl8pPr>
            <a:lvl9pPr>
              <a:defRPr sz="1725" b="1">
                <a:solidFill>
                  <a:srgbClr val="087E75"/>
                </a:solidFill>
                <a:latin typeface="DejaVu Sans"/>
                <a:ea typeface="DejaVu Sans"/>
                <a:cs typeface="DejaVu Sans"/>
              </a:defRPr>
            </a:lvl9pPr>
          </a:lstStyle>
          <a:p xmlns:a="http://schemas.openxmlformats.org/drawingml/2006/main">
            <a:pPr>
              <a:defRPr sz="1725" b="1">
                <a:solidFill>
                  <a:srgbClr val="087E75"/>
                </a:solidFill>
                <a:latin typeface="DejaVu Sans"/>
                <a:ea typeface="DejaVu Sans"/>
                <a:cs typeface="DejaVu Sans"/>
              </a:defRPr>
            </a:pPr>
            <a:r>
              <a:rPr sz="1725" b="1">
                <a:solidFill>
                  <a:srgbClr val="087E75"/>
                </a:solidFill>
                <a:latin typeface="DejaVu Sans"/>
                <a:ea typeface="DejaVu Sans"/>
                <a:cs typeface="DejaVu Sans"/>
              </a:rPr>
              <a:t>Next step</a:t>
            </a:r>
          </a:p>
        </p:txBody>
      </p:sp>
      <p:sp>
        <p:nvSpPr>
          <p:cNvPr id="11" name="content-2">
            <a:extLst xmlns:a="http://schemas.openxmlformats.org/drawingml/2006/main">
              <a:ext uri="{FF2B5EF4-FFF2-40B4-BE49-F238E27FC236}">
                <a16:creationId xmlns:a16="http://schemas.microsoft.com/office/drawing/2014/main" id="{007664C2-1DAF-4413-B3EB-685E57433327}"/>
              </a:ext>
            </a:extLst>
          </p:cNvPr>
          <p:cNvSpPr>
            <a:spLocks xmlns:a="http://schemas.openxmlformats.org/drawingml/2006/main" noGrp="1"/>
          </p:cNvSpPr>
          <p:nvPr/>
        </p:nvSpPr>
        <p:spPr>
          <a:xfrm xmlns:a="http://schemas.openxmlformats.org/drawingml/2006/main">
            <a:off x="2381250" y="5353050"/>
            <a:ext cx="652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122D33"/>
                </a:solidFill>
                <a:latin typeface="DejaVu Sans"/>
                <a:ea typeface="DejaVu Sans"/>
                <a:cs typeface="DejaVu Sans"/>
              </a:defRPr>
            </a:defPPr>
            <a:lvl1pPr>
              <a:defRPr sz="1725" b="0">
                <a:solidFill>
                  <a:srgbClr val="122D33"/>
                </a:solidFill>
                <a:latin typeface="DejaVu Sans"/>
                <a:ea typeface="DejaVu Sans"/>
                <a:cs typeface="DejaVu Sans"/>
              </a:defRPr>
            </a:lvl1pPr>
            <a:lvl2pPr>
              <a:defRPr sz="1725" b="0">
                <a:solidFill>
                  <a:srgbClr val="122D33"/>
                </a:solidFill>
                <a:latin typeface="DejaVu Sans"/>
                <a:ea typeface="DejaVu Sans"/>
                <a:cs typeface="DejaVu Sans"/>
              </a:defRPr>
            </a:lvl2pPr>
            <a:lvl3pPr>
              <a:defRPr sz="1725" b="0">
                <a:solidFill>
                  <a:srgbClr val="122D33"/>
                </a:solidFill>
                <a:latin typeface="DejaVu Sans"/>
                <a:ea typeface="DejaVu Sans"/>
                <a:cs typeface="DejaVu Sans"/>
              </a:defRPr>
            </a:lvl3pPr>
            <a:lvl4pPr>
              <a:defRPr sz="1725" b="0">
                <a:solidFill>
                  <a:srgbClr val="122D33"/>
                </a:solidFill>
                <a:latin typeface="DejaVu Sans"/>
                <a:ea typeface="DejaVu Sans"/>
                <a:cs typeface="DejaVu Sans"/>
              </a:defRPr>
            </a:lvl4pPr>
            <a:lvl5pPr>
              <a:defRPr sz="1725" b="0">
                <a:solidFill>
                  <a:srgbClr val="122D33"/>
                </a:solidFill>
                <a:latin typeface="DejaVu Sans"/>
                <a:ea typeface="DejaVu Sans"/>
                <a:cs typeface="DejaVu Sans"/>
              </a:defRPr>
            </a:lvl5pPr>
            <a:lvl6pPr>
              <a:defRPr sz="1725" b="0">
                <a:solidFill>
                  <a:srgbClr val="122D33"/>
                </a:solidFill>
                <a:latin typeface="DejaVu Sans"/>
                <a:ea typeface="DejaVu Sans"/>
                <a:cs typeface="DejaVu Sans"/>
              </a:defRPr>
            </a:lvl6pPr>
            <a:lvl7pPr>
              <a:defRPr sz="1725" b="0">
                <a:solidFill>
                  <a:srgbClr val="122D33"/>
                </a:solidFill>
                <a:latin typeface="DejaVu Sans"/>
                <a:ea typeface="DejaVu Sans"/>
                <a:cs typeface="DejaVu Sans"/>
              </a:defRPr>
            </a:lvl7pPr>
            <a:lvl8pPr>
              <a:defRPr sz="1725" b="0">
                <a:solidFill>
                  <a:srgbClr val="122D33"/>
                </a:solidFill>
                <a:latin typeface="DejaVu Sans"/>
                <a:ea typeface="DejaVu Sans"/>
                <a:cs typeface="DejaVu Sans"/>
              </a:defRPr>
            </a:lvl8pPr>
            <a:lvl9pPr>
              <a:defRPr sz="1725" b="0">
                <a:solidFill>
                  <a:srgbClr val="122D33"/>
                </a:solidFill>
                <a:latin typeface="DejaVu Sans"/>
                <a:ea typeface="DejaVu Sans"/>
                <a:cs typeface="DejaVu Sans"/>
              </a:defRPr>
            </a:lvl9pPr>
          </a:lstStyle>
          <a:p xmlns:a="http://schemas.openxmlformats.org/drawingml/2006/main">
            <a:pPr>
              <a:defRPr sz="1725" b="0">
                <a:solidFill>
                  <a:srgbClr val="122D33"/>
                </a:solidFill>
                <a:latin typeface="DejaVu Sans"/>
                <a:ea typeface="DejaVu Sans"/>
                <a:cs typeface="DejaVu Sans"/>
              </a:defRPr>
            </a:pPr>
            <a:r>
              <a:rPr sz="1725" b="0">
                <a:solidFill>
                  <a:srgbClr val="122D33"/>
                </a:solidFill>
                <a:latin typeface="DejaVu Sans"/>
                <a:ea typeface="DejaVu Sans"/>
                <a:cs typeface="DejaVu Sans"/>
              </a:rPr>
              <a:t>[What happens next? Any help needed?]</a:t>
            </a:r>
          </a:p>
        </p:txBody>
      </p:sp>
    </p:spTree>
    <p:extLst>
      <p:ext uri="{BB962C8B-B14F-4D97-AF65-F5344CB8AC3E}">
        <p14:creationId xmlns:p14="http://schemas.microsoft.com/office/powerpoint/2010/main" val="1300374566"/>
      </p:ext>
    </p:extLst>
  </p:cSld>
</p:sld>
</file>

<file path=ppt/slides/slide6.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12" name="label">
            <a:extLst xmlns:a="http://schemas.openxmlformats.org/drawingml/2006/main">
              <a:ext uri="{FF2B5EF4-FFF2-40B4-BE49-F238E27FC236}">
                <a16:creationId xmlns:a16="http://schemas.microsoft.com/office/drawing/2014/main" id="{9F14B01B-120B-468E-B0A1-D3AF9855D349}"/>
              </a:ext>
            </a:extLst>
          </p:cNvPr>
          <p:cNvSpPr>
            <a:spLocks xmlns:a="http://schemas.openxmlformats.org/drawingml/2006/main" noGrp="1"/>
          </p:cNvSpPr>
          <p:nvPr/>
        </p:nvSpPr>
        <p:spPr>
          <a:xfrm xmlns:a="http://schemas.openxmlformats.org/drawingml/2006/main">
            <a:off x="685800" y="457200"/>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087E75"/>
                </a:solidFill>
                <a:latin typeface="DejaVu Sans"/>
                <a:ea typeface="DejaVu Sans"/>
                <a:cs typeface="DejaVu Sans"/>
              </a:defRPr>
            </a:defPPr>
            <a:lvl1pPr>
              <a:defRPr sz="1275" b="1">
                <a:solidFill>
                  <a:srgbClr val="087E75"/>
                </a:solidFill>
                <a:latin typeface="DejaVu Sans"/>
                <a:ea typeface="DejaVu Sans"/>
                <a:cs typeface="DejaVu Sans"/>
              </a:defRPr>
            </a:lvl1pPr>
            <a:lvl2pPr>
              <a:defRPr sz="1275" b="1">
                <a:solidFill>
                  <a:srgbClr val="087E75"/>
                </a:solidFill>
                <a:latin typeface="DejaVu Sans"/>
                <a:ea typeface="DejaVu Sans"/>
                <a:cs typeface="DejaVu Sans"/>
              </a:defRPr>
            </a:lvl2pPr>
            <a:lvl3pPr>
              <a:defRPr sz="1275" b="1">
                <a:solidFill>
                  <a:srgbClr val="087E75"/>
                </a:solidFill>
                <a:latin typeface="DejaVu Sans"/>
                <a:ea typeface="DejaVu Sans"/>
                <a:cs typeface="DejaVu Sans"/>
              </a:defRPr>
            </a:lvl3pPr>
            <a:lvl4pPr>
              <a:defRPr sz="1275" b="1">
                <a:solidFill>
                  <a:srgbClr val="087E75"/>
                </a:solidFill>
                <a:latin typeface="DejaVu Sans"/>
                <a:ea typeface="DejaVu Sans"/>
                <a:cs typeface="DejaVu Sans"/>
              </a:defRPr>
            </a:lvl4pPr>
            <a:lvl5pPr>
              <a:defRPr sz="1275" b="1">
                <a:solidFill>
                  <a:srgbClr val="087E75"/>
                </a:solidFill>
                <a:latin typeface="DejaVu Sans"/>
                <a:ea typeface="DejaVu Sans"/>
                <a:cs typeface="DejaVu Sans"/>
              </a:defRPr>
            </a:lvl5pPr>
            <a:lvl6pPr>
              <a:defRPr sz="1275" b="1">
                <a:solidFill>
                  <a:srgbClr val="087E75"/>
                </a:solidFill>
                <a:latin typeface="DejaVu Sans"/>
                <a:ea typeface="DejaVu Sans"/>
                <a:cs typeface="DejaVu Sans"/>
              </a:defRPr>
            </a:lvl6pPr>
            <a:lvl7pPr>
              <a:defRPr sz="1275" b="1">
                <a:solidFill>
                  <a:srgbClr val="087E75"/>
                </a:solidFill>
                <a:latin typeface="DejaVu Sans"/>
                <a:ea typeface="DejaVu Sans"/>
                <a:cs typeface="DejaVu Sans"/>
              </a:defRPr>
            </a:lvl7pPr>
            <a:lvl8pPr>
              <a:defRPr sz="1275" b="1">
                <a:solidFill>
                  <a:srgbClr val="087E75"/>
                </a:solidFill>
                <a:latin typeface="DejaVu Sans"/>
                <a:ea typeface="DejaVu Sans"/>
                <a:cs typeface="DejaVu Sans"/>
              </a:defRPr>
            </a:lvl8pPr>
            <a:lvl9pPr>
              <a:defRPr sz="1275" b="1">
                <a:solidFill>
                  <a:srgbClr val="087E75"/>
                </a:solidFill>
                <a:latin typeface="DejaVu Sans"/>
                <a:ea typeface="DejaVu Sans"/>
                <a:cs typeface="DejaVu Sans"/>
              </a:defRPr>
            </a:lvl9pPr>
          </a:lstStyle>
          <a:p xmlns:a="http://schemas.openxmlformats.org/drawingml/2006/main">
            <a:pPr>
              <a:defRPr sz="1275" b="1">
                <a:solidFill>
                  <a:srgbClr val="087E75"/>
                </a:solidFill>
                <a:latin typeface="DejaVu Sans"/>
                <a:ea typeface="DejaVu Sans"/>
                <a:cs typeface="DejaVu Sans"/>
              </a:defRPr>
            </a:pPr>
            <a:r>
              <a:rPr sz="1275" b="1">
                <a:solidFill>
                  <a:srgbClr val="087E75"/>
                </a:solidFill>
                <a:latin typeface="DejaVu Sans"/>
                <a:ea typeface="DejaVu Sans"/>
                <a:cs typeface="DejaVu Sans"/>
              </a:rPr>
              <a:t>PRESENTER UPDATE</a:t>
            </a:r>
          </a:p>
        </p:txBody>
      </p:sp>
      <p:sp>
        <p:nvSpPr>
          <p:cNvPr id="2" name="title">
            <a:extLst xmlns:a="http://schemas.openxmlformats.org/drawingml/2006/main">
              <a:ext uri="{FF2B5EF4-FFF2-40B4-BE49-F238E27FC236}">
                <a16:creationId xmlns:a16="http://schemas.microsoft.com/office/drawing/2014/main" id="{EF358F9D-03A1-441F-91F7-71FD886CE3AC}"/>
              </a:ext>
            </a:extLst>
          </p:cNvPr>
          <p:cNvSpPr>
            <a:spLocks xmlns:a="http://schemas.openxmlformats.org/drawingml/2006/main" noGrp="1"/>
          </p:cNvSpPr>
          <p:nvPr/>
        </p:nvSpPr>
        <p:spPr>
          <a:xfrm xmlns:a="http://schemas.openxmlformats.org/drawingml/2006/main">
            <a:off x="685800" y="1257300"/>
            <a:ext cx="8001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800" b="1">
                <a:solidFill>
                  <a:srgbClr val="122D33"/>
                </a:solidFill>
                <a:latin typeface="DejaVu Sans"/>
                <a:ea typeface="DejaVu Sans"/>
                <a:cs typeface="DejaVu Sans"/>
              </a:defRPr>
            </a:defPPr>
            <a:lvl1pPr>
              <a:defRPr sz="4800" b="1">
                <a:solidFill>
                  <a:srgbClr val="122D33"/>
                </a:solidFill>
                <a:latin typeface="DejaVu Sans"/>
                <a:ea typeface="DejaVu Sans"/>
                <a:cs typeface="DejaVu Sans"/>
              </a:defRPr>
            </a:lvl1pPr>
            <a:lvl2pPr>
              <a:defRPr sz="4800" b="1">
                <a:solidFill>
                  <a:srgbClr val="122D33"/>
                </a:solidFill>
                <a:latin typeface="DejaVu Sans"/>
                <a:ea typeface="DejaVu Sans"/>
                <a:cs typeface="DejaVu Sans"/>
              </a:defRPr>
            </a:lvl2pPr>
            <a:lvl3pPr>
              <a:defRPr sz="4800" b="1">
                <a:solidFill>
                  <a:srgbClr val="122D33"/>
                </a:solidFill>
                <a:latin typeface="DejaVu Sans"/>
                <a:ea typeface="DejaVu Sans"/>
                <a:cs typeface="DejaVu Sans"/>
              </a:defRPr>
            </a:lvl3pPr>
            <a:lvl4pPr>
              <a:defRPr sz="4800" b="1">
                <a:solidFill>
                  <a:srgbClr val="122D33"/>
                </a:solidFill>
                <a:latin typeface="DejaVu Sans"/>
                <a:ea typeface="DejaVu Sans"/>
                <a:cs typeface="DejaVu Sans"/>
              </a:defRPr>
            </a:lvl4pPr>
            <a:lvl5pPr>
              <a:defRPr sz="4800" b="1">
                <a:solidFill>
                  <a:srgbClr val="122D33"/>
                </a:solidFill>
                <a:latin typeface="DejaVu Sans"/>
                <a:ea typeface="DejaVu Sans"/>
                <a:cs typeface="DejaVu Sans"/>
              </a:defRPr>
            </a:lvl5pPr>
            <a:lvl6pPr>
              <a:defRPr sz="4800" b="1">
                <a:solidFill>
                  <a:srgbClr val="122D33"/>
                </a:solidFill>
                <a:latin typeface="DejaVu Sans"/>
                <a:ea typeface="DejaVu Sans"/>
                <a:cs typeface="DejaVu Sans"/>
              </a:defRPr>
            </a:lvl6pPr>
            <a:lvl7pPr>
              <a:defRPr sz="4800" b="1">
                <a:solidFill>
                  <a:srgbClr val="122D33"/>
                </a:solidFill>
                <a:latin typeface="DejaVu Sans"/>
                <a:ea typeface="DejaVu Sans"/>
                <a:cs typeface="DejaVu Sans"/>
              </a:defRPr>
            </a:lvl7pPr>
            <a:lvl8pPr>
              <a:defRPr sz="4800" b="1">
                <a:solidFill>
                  <a:srgbClr val="122D33"/>
                </a:solidFill>
                <a:latin typeface="DejaVu Sans"/>
                <a:ea typeface="DejaVu Sans"/>
                <a:cs typeface="DejaVu Sans"/>
              </a:defRPr>
            </a:lvl8pPr>
            <a:lvl9pPr>
              <a:defRPr sz="4800" b="1">
                <a:solidFill>
                  <a:srgbClr val="122D33"/>
                </a:solidFill>
                <a:latin typeface="DejaVu Sans"/>
                <a:ea typeface="DejaVu Sans"/>
                <a:cs typeface="DejaVu Sans"/>
              </a:defRPr>
            </a:lvl9pPr>
          </a:lstStyle>
          <a:p xmlns:a="http://schemas.openxmlformats.org/drawingml/2006/main">
            <a:pPr>
              <a:defRPr sz="4800" b="1">
                <a:solidFill>
                  <a:srgbClr val="122D33"/>
                </a:solidFill>
                <a:latin typeface="DejaVu Sans"/>
                <a:ea typeface="DejaVu Sans"/>
                <a:cs typeface="DejaVu Sans"/>
              </a:defRPr>
            </a:pPr>
            <a:r>
              <a:rPr sz="4800" b="1">
                <a:solidFill>
                  <a:srgbClr val="122D33"/>
                </a:solidFill>
                <a:latin typeface="DejaVu Sans"/>
                <a:ea typeface="DejaVu Sans"/>
                <a:cs typeface="DejaVu Sans"/>
              </a:rPr>
              <a:t>[Presenter 5]</a:t>
            </a:r>
          </a:p>
        </p:txBody>
      </p:sp>
      <p:sp>
        <p:nvSpPr>
          <p:cNvPr id="3" name="subtitle">
            <a:extLst xmlns:a="http://schemas.openxmlformats.org/drawingml/2006/main">
              <a:ext uri="{FF2B5EF4-FFF2-40B4-BE49-F238E27FC236}">
                <a16:creationId xmlns:a16="http://schemas.microsoft.com/office/drawing/2014/main" id="{4E77A866-523D-4C7A-A571-6B3D9BA0CFA0}"/>
              </a:ext>
            </a:extLst>
          </p:cNvPr>
          <p:cNvSpPr>
            <a:spLocks xmlns:a="http://schemas.openxmlformats.org/drawingml/2006/main" noGrp="1"/>
          </p:cNvSpPr>
          <p:nvPr/>
        </p:nvSpPr>
        <p:spPr>
          <a:xfrm xmlns:a="http://schemas.openxmlformats.org/drawingml/2006/main">
            <a:off x="685800" y="2828925"/>
            <a:ext cx="7810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4E6266"/>
                </a:solidFill>
                <a:latin typeface="DejaVu Sans"/>
                <a:ea typeface="DejaVu Sans"/>
                <a:cs typeface="DejaVu Sans"/>
              </a:defRPr>
            </a:defPPr>
            <a:lvl1pPr>
              <a:defRPr sz="1950" b="0">
                <a:solidFill>
                  <a:srgbClr val="4E6266"/>
                </a:solidFill>
                <a:latin typeface="DejaVu Sans"/>
                <a:ea typeface="DejaVu Sans"/>
                <a:cs typeface="DejaVu Sans"/>
              </a:defRPr>
            </a:lvl1pPr>
            <a:lvl2pPr>
              <a:defRPr sz="1950" b="0">
                <a:solidFill>
                  <a:srgbClr val="4E6266"/>
                </a:solidFill>
                <a:latin typeface="DejaVu Sans"/>
                <a:ea typeface="DejaVu Sans"/>
                <a:cs typeface="DejaVu Sans"/>
              </a:defRPr>
            </a:lvl2pPr>
            <a:lvl3pPr>
              <a:defRPr sz="1950" b="0">
                <a:solidFill>
                  <a:srgbClr val="4E6266"/>
                </a:solidFill>
                <a:latin typeface="DejaVu Sans"/>
                <a:ea typeface="DejaVu Sans"/>
                <a:cs typeface="DejaVu Sans"/>
              </a:defRPr>
            </a:lvl3pPr>
            <a:lvl4pPr>
              <a:defRPr sz="1950" b="0">
                <a:solidFill>
                  <a:srgbClr val="4E6266"/>
                </a:solidFill>
                <a:latin typeface="DejaVu Sans"/>
                <a:ea typeface="DejaVu Sans"/>
                <a:cs typeface="DejaVu Sans"/>
              </a:defRPr>
            </a:lvl4pPr>
            <a:lvl5pPr>
              <a:defRPr sz="1950" b="0">
                <a:solidFill>
                  <a:srgbClr val="4E6266"/>
                </a:solidFill>
                <a:latin typeface="DejaVu Sans"/>
                <a:ea typeface="DejaVu Sans"/>
                <a:cs typeface="DejaVu Sans"/>
              </a:defRPr>
            </a:lvl5pPr>
            <a:lvl6pPr>
              <a:defRPr sz="1950" b="0">
                <a:solidFill>
                  <a:srgbClr val="4E6266"/>
                </a:solidFill>
                <a:latin typeface="DejaVu Sans"/>
                <a:ea typeface="DejaVu Sans"/>
                <a:cs typeface="DejaVu Sans"/>
              </a:defRPr>
            </a:lvl6pPr>
            <a:lvl7pPr>
              <a:defRPr sz="1950" b="0">
                <a:solidFill>
                  <a:srgbClr val="4E6266"/>
                </a:solidFill>
                <a:latin typeface="DejaVu Sans"/>
                <a:ea typeface="DejaVu Sans"/>
                <a:cs typeface="DejaVu Sans"/>
              </a:defRPr>
            </a:lvl7pPr>
            <a:lvl8pPr>
              <a:defRPr sz="1950" b="0">
                <a:solidFill>
                  <a:srgbClr val="4E6266"/>
                </a:solidFill>
                <a:latin typeface="DejaVu Sans"/>
                <a:ea typeface="DejaVu Sans"/>
                <a:cs typeface="DejaVu Sans"/>
              </a:defRPr>
            </a:lvl8pPr>
            <a:lvl9pPr>
              <a:defRPr sz="1950" b="0">
                <a:solidFill>
                  <a:srgbClr val="4E6266"/>
                </a:solidFill>
                <a:latin typeface="DejaVu Sans"/>
                <a:ea typeface="DejaVu Sans"/>
                <a:cs typeface="DejaVu Sans"/>
              </a:defRPr>
            </a:lvl9pPr>
          </a:lstStyle>
          <a:p xmlns:a="http://schemas.openxmlformats.org/drawingml/2006/main">
            <a:pPr>
              <a:defRPr sz="1950" b="0">
                <a:solidFill>
                  <a:srgbClr val="4E6266"/>
                </a:solidFill>
                <a:latin typeface="DejaVu Sans"/>
                <a:ea typeface="DejaVu Sans"/>
                <a:cs typeface="DejaVu Sans"/>
              </a:defRPr>
            </a:pPr>
            <a:r>
              <a:rPr sz="1950" b="0">
                <a:solidFill>
                  <a:srgbClr val="4E6266"/>
                </a:solidFill>
                <a:latin typeface="DejaVu Sans"/>
                <a:ea typeface="DejaVu Sans"/>
                <a:cs typeface="DejaVu Sans"/>
              </a:rPr>
              <a:t>[One sentence about what changed]</a:t>
            </a:r>
          </a:p>
        </p:txBody>
      </p:sp>
      <p:sp>
        <p:nvSpPr>
          <p:cNvPr id="4" name="page">
            <a:extLst xmlns:a="http://schemas.openxmlformats.org/drawingml/2006/main">
              <a:ext uri="{FF2B5EF4-FFF2-40B4-BE49-F238E27FC236}">
                <a16:creationId xmlns:a16="http://schemas.microsoft.com/office/drawing/2014/main" id="{05AE5612-64C2-4954-877E-5437FD794BAA}"/>
              </a:ext>
            </a:extLst>
          </p:cNvPr>
          <p:cNvSpPr>
            <a:spLocks xmlns:a="http://schemas.openxmlformats.org/drawingml/2006/main" noGrp="1"/>
          </p:cNvSpPr>
          <p:nvPr/>
        </p:nvSpPr>
        <p:spPr>
          <a:xfrm xmlns:a="http://schemas.openxmlformats.org/drawingml/2006/main">
            <a:off x="10953750" y="62293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4E6266"/>
                </a:solidFill>
                <a:latin typeface="DejaVu Sans"/>
                <a:ea typeface="DejaVu Sans"/>
                <a:cs typeface="DejaVu Sans"/>
              </a:defRPr>
            </a:defPPr>
            <a:lvl1pPr>
              <a:defRPr sz="1275" b="0">
                <a:solidFill>
                  <a:srgbClr val="4E6266"/>
                </a:solidFill>
                <a:latin typeface="DejaVu Sans"/>
                <a:ea typeface="DejaVu Sans"/>
                <a:cs typeface="DejaVu Sans"/>
              </a:defRPr>
            </a:lvl1pPr>
            <a:lvl2pPr>
              <a:defRPr sz="1275" b="0">
                <a:solidFill>
                  <a:srgbClr val="4E6266"/>
                </a:solidFill>
                <a:latin typeface="DejaVu Sans"/>
                <a:ea typeface="DejaVu Sans"/>
                <a:cs typeface="DejaVu Sans"/>
              </a:defRPr>
            </a:lvl2pPr>
            <a:lvl3pPr>
              <a:defRPr sz="1275" b="0">
                <a:solidFill>
                  <a:srgbClr val="4E6266"/>
                </a:solidFill>
                <a:latin typeface="DejaVu Sans"/>
                <a:ea typeface="DejaVu Sans"/>
                <a:cs typeface="DejaVu Sans"/>
              </a:defRPr>
            </a:lvl3pPr>
            <a:lvl4pPr>
              <a:defRPr sz="1275" b="0">
                <a:solidFill>
                  <a:srgbClr val="4E6266"/>
                </a:solidFill>
                <a:latin typeface="DejaVu Sans"/>
                <a:ea typeface="DejaVu Sans"/>
                <a:cs typeface="DejaVu Sans"/>
              </a:defRPr>
            </a:lvl4pPr>
            <a:lvl5pPr>
              <a:defRPr sz="1275" b="0">
                <a:solidFill>
                  <a:srgbClr val="4E6266"/>
                </a:solidFill>
                <a:latin typeface="DejaVu Sans"/>
                <a:ea typeface="DejaVu Sans"/>
                <a:cs typeface="DejaVu Sans"/>
              </a:defRPr>
            </a:lvl5pPr>
            <a:lvl6pPr>
              <a:defRPr sz="1275" b="0">
                <a:solidFill>
                  <a:srgbClr val="4E6266"/>
                </a:solidFill>
                <a:latin typeface="DejaVu Sans"/>
                <a:ea typeface="DejaVu Sans"/>
                <a:cs typeface="DejaVu Sans"/>
              </a:defRPr>
            </a:lvl6pPr>
            <a:lvl7pPr>
              <a:defRPr sz="1275" b="0">
                <a:solidFill>
                  <a:srgbClr val="4E6266"/>
                </a:solidFill>
                <a:latin typeface="DejaVu Sans"/>
                <a:ea typeface="DejaVu Sans"/>
                <a:cs typeface="DejaVu Sans"/>
              </a:defRPr>
            </a:lvl7pPr>
            <a:lvl8pPr>
              <a:defRPr sz="1275" b="0">
                <a:solidFill>
                  <a:srgbClr val="4E6266"/>
                </a:solidFill>
                <a:latin typeface="DejaVu Sans"/>
                <a:ea typeface="DejaVu Sans"/>
                <a:cs typeface="DejaVu Sans"/>
              </a:defRPr>
            </a:lvl8pPr>
            <a:lvl9pPr>
              <a:defRPr sz="1275" b="0">
                <a:solidFill>
                  <a:srgbClr val="4E6266"/>
                </a:solidFill>
                <a:latin typeface="DejaVu Sans"/>
                <a:ea typeface="DejaVu Sans"/>
                <a:cs typeface="DejaVu Sans"/>
              </a:defRPr>
            </a:lvl9pPr>
          </a:lstStyle>
          <a:p xmlns:a="http://schemas.openxmlformats.org/drawingml/2006/main">
            <a:pPr>
              <a:defRPr sz="1275" b="0">
                <a:solidFill>
                  <a:srgbClr val="4E6266"/>
                </a:solidFill>
                <a:latin typeface="DejaVu Sans"/>
                <a:ea typeface="DejaVu Sans"/>
                <a:cs typeface="DejaVu Sans"/>
              </a:defRPr>
            </a:pPr>
            <a:r>
              <a:rPr sz="1275" b="0">
                <a:solidFill>
                  <a:srgbClr val="4E6266"/>
                </a:solidFill>
                <a:latin typeface="DejaVu Sans"/>
                <a:ea typeface="DejaVu Sans"/>
                <a:cs typeface="DejaVu Sans"/>
              </a:rPr>
              <a:t>06</a:t>
            </a:r>
          </a:p>
        </p:txBody>
      </p:sp>
      <p:sp>
        <p:nvSpPr>
          <p:cNvPr id="5" name="meeting-footer">
            <a:extLst xmlns:a="http://schemas.openxmlformats.org/drawingml/2006/main">
              <a:ext uri="{FF2B5EF4-FFF2-40B4-BE49-F238E27FC236}">
                <a16:creationId xmlns:a16="http://schemas.microsoft.com/office/drawing/2014/main" id="{95EB4A98-DB34-4455-81D5-868A883CEA10}"/>
              </a:ext>
            </a:extLst>
          </p:cNvPr>
          <p:cNvSpPr>
            <a:spLocks xmlns:a="http://schemas.openxmlformats.org/drawingml/2006/main" noGrp="1"/>
          </p:cNvSpPr>
          <p:nvPr/>
        </p:nvSpPr>
        <p:spPr>
          <a:xfrm xmlns:a="http://schemas.openxmlformats.org/drawingml/2006/main">
            <a:off x="685800" y="6229350"/>
            <a:ext cx="904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4E6266"/>
                </a:solidFill>
                <a:latin typeface="DejaVu Sans"/>
                <a:ea typeface="DejaVu Sans"/>
                <a:cs typeface="DejaVu Sans"/>
              </a:defRPr>
            </a:defPPr>
            <a:lvl1pPr>
              <a:defRPr sz="1275" b="0">
                <a:solidFill>
                  <a:srgbClr val="4E6266"/>
                </a:solidFill>
                <a:latin typeface="DejaVu Sans"/>
                <a:ea typeface="DejaVu Sans"/>
                <a:cs typeface="DejaVu Sans"/>
              </a:defRPr>
            </a:lvl1pPr>
            <a:lvl2pPr>
              <a:defRPr sz="1275" b="0">
                <a:solidFill>
                  <a:srgbClr val="4E6266"/>
                </a:solidFill>
                <a:latin typeface="DejaVu Sans"/>
                <a:ea typeface="DejaVu Sans"/>
                <a:cs typeface="DejaVu Sans"/>
              </a:defRPr>
            </a:lvl2pPr>
            <a:lvl3pPr>
              <a:defRPr sz="1275" b="0">
                <a:solidFill>
                  <a:srgbClr val="4E6266"/>
                </a:solidFill>
                <a:latin typeface="DejaVu Sans"/>
                <a:ea typeface="DejaVu Sans"/>
                <a:cs typeface="DejaVu Sans"/>
              </a:defRPr>
            </a:lvl3pPr>
            <a:lvl4pPr>
              <a:defRPr sz="1275" b="0">
                <a:solidFill>
                  <a:srgbClr val="4E6266"/>
                </a:solidFill>
                <a:latin typeface="DejaVu Sans"/>
                <a:ea typeface="DejaVu Sans"/>
                <a:cs typeface="DejaVu Sans"/>
              </a:defRPr>
            </a:lvl4pPr>
            <a:lvl5pPr>
              <a:defRPr sz="1275" b="0">
                <a:solidFill>
                  <a:srgbClr val="4E6266"/>
                </a:solidFill>
                <a:latin typeface="DejaVu Sans"/>
                <a:ea typeface="DejaVu Sans"/>
                <a:cs typeface="DejaVu Sans"/>
              </a:defRPr>
            </a:lvl5pPr>
            <a:lvl6pPr>
              <a:defRPr sz="1275" b="0">
                <a:solidFill>
                  <a:srgbClr val="4E6266"/>
                </a:solidFill>
                <a:latin typeface="DejaVu Sans"/>
                <a:ea typeface="DejaVu Sans"/>
                <a:cs typeface="DejaVu Sans"/>
              </a:defRPr>
            </a:lvl6pPr>
            <a:lvl7pPr>
              <a:defRPr sz="1275" b="0">
                <a:solidFill>
                  <a:srgbClr val="4E6266"/>
                </a:solidFill>
                <a:latin typeface="DejaVu Sans"/>
                <a:ea typeface="DejaVu Sans"/>
                <a:cs typeface="DejaVu Sans"/>
              </a:defRPr>
            </a:lvl7pPr>
            <a:lvl8pPr>
              <a:defRPr sz="1275" b="0">
                <a:solidFill>
                  <a:srgbClr val="4E6266"/>
                </a:solidFill>
                <a:latin typeface="DejaVu Sans"/>
                <a:ea typeface="DejaVu Sans"/>
                <a:cs typeface="DejaVu Sans"/>
              </a:defRPr>
            </a:lvl8pPr>
            <a:lvl9pPr>
              <a:defRPr sz="1275" b="0">
                <a:solidFill>
                  <a:srgbClr val="4E6266"/>
                </a:solidFill>
                <a:latin typeface="DejaVu Sans"/>
                <a:ea typeface="DejaVu Sans"/>
                <a:cs typeface="DejaVu Sans"/>
              </a:defRPr>
            </a:lvl9pPr>
          </a:lstStyle>
          <a:p xmlns:a="http://schemas.openxmlformats.org/drawingml/2006/main">
            <a:pPr>
              <a:defRPr sz="1275" b="0">
                <a:solidFill>
                  <a:srgbClr val="4E6266"/>
                </a:solidFill>
                <a:latin typeface="DejaVu Sans"/>
                <a:ea typeface="DejaVu Sans"/>
                <a:cs typeface="DejaVu Sans"/>
              </a:defRPr>
            </a:pPr>
            <a:r>
              <a:rPr sz="1275" b="0">
                <a:solidFill>
                  <a:srgbClr val="4E6266"/>
                </a:solidFill>
                <a:latin typeface="DejaVu Sans"/>
                <a:ea typeface="DejaVu Sans"/>
                <a:cs typeface="DejaVu Sans"/>
              </a:rPr>
              <a:t>[TEAM NAME]   /   [MEETING DATE]</a:t>
            </a:r>
          </a:p>
        </p:txBody>
      </p:sp>
      <p:sp>
        <p:nvSpPr>
          <p:cNvPr id="6" name="prompt-0">
            <a:extLst xmlns:a="http://schemas.openxmlformats.org/drawingml/2006/main">
              <a:ext uri="{FF2B5EF4-FFF2-40B4-BE49-F238E27FC236}">
                <a16:creationId xmlns:a16="http://schemas.microsoft.com/office/drawing/2014/main" id="{9157368E-F4C9-496A-9131-8863036CC4A9}"/>
              </a:ext>
            </a:extLst>
          </p:cNvPr>
          <p:cNvSpPr>
            <a:spLocks xmlns:a="http://schemas.openxmlformats.org/drawingml/2006/main" noGrp="1"/>
          </p:cNvSpPr>
          <p:nvPr/>
        </p:nvSpPr>
        <p:spPr>
          <a:xfrm xmlns:a="http://schemas.openxmlformats.org/drawingml/2006/main">
            <a:off x="685800" y="41148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087E75"/>
                </a:solidFill>
                <a:latin typeface="DejaVu Sans"/>
                <a:ea typeface="DejaVu Sans"/>
                <a:cs typeface="DejaVu Sans"/>
              </a:defRPr>
            </a:defPPr>
            <a:lvl1pPr>
              <a:defRPr sz="1725" b="1">
                <a:solidFill>
                  <a:srgbClr val="087E75"/>
                </a:solidFill>
                <a:latin typeface="DejaVu Sans"/>
                <a:ea typeface="DejaVu Sans"/>
                <a:cs typeface="DejaVu Sans"/>
              </a:defRPr>
            </a:lvl1pPr>
            <a:lvl2pPr>
              <a:defRPr sz="1725" b="1">
                <a:solidFill>
                  <a:srgbClr val="087E75"/>
                </a:solidFill>
                <a:latin typeface="DejaVu Sans"/>
                <a:ea typeface="DejaVu Sans"/>
                <a:cs typeface="DejaVu Sans"/>
              </a:defRPr>
            </a:lvl2pPr>
            <a:lvl3pPr>
              <a:defRPr sz="1725" b="1">
                <a:solidFill>
                  <a:srgbClr val="087E75"/>
                </a:solidFill>
                <a:latin typeface="DejaVu Sans"/>
                <a:ea typeface="DejaVu Sans"/>
                <a:cs typeface="DejaVu Sans"/>
              </a:defRPr>
            </a:lvl3pPr>
            <a:lvl4pPr>
              <a:defRPr sz="1725" b="1">
                <a:solidFill>
                  <a:srgbClr val="087E75"/>
                </a:solidFill>
                <a:latin typeface="DejaVu Sans"/>
                <a:ea typeface="DejaVu Sans"/>
                <a:cs typeface="DejaVu Sans"/>
              </a:defRPr>
            </a:lvl4pPr>
            <a:lvl5pPr>
              <a:defRPr sz="1725" b="1">
                <a:solidFill>
                  <a:srgbClr val="087E75"/>
                </a:solidFill>
                <a:latin typeface="DejaVu Sans"/>
                <a:ea typeface="DejaVu Sans"/>
                <a:cs typeface="DejaVu Sans"/>
              </a:defRPr>
            </a:lvl5pPr>
            <a:lvl6pPr>
              <a:defRPr sz="1725" b="1">
                <a:solidFill>
                  <a:srgbClr val="087E75"/>
                </a:solidFill>
                <a:latin typeface="DejaVu Sans"/>
                <a:ea typeface="DejaVu Sans"/>
                <a:cs typeface="DejaVu Sans"/>
              </a:defRPr>
            </a:lvl6pPr>
            <a:lvl7pPr>
              <a:defRPr sz="1725" b="1">
                <a:solidFill>
                  <a:srgbClr val="087E75"/>
                </a:solidFill>
                <a:latin typeface="DejaVu Sans"/>
                <a:ea typeface="DejaVu Sans"/>
                <a:cs typeface="DejaVu Sans"/>
              </a:defRPr>
            </a:lvl7pPr>
            <a:lvl8pPr>
              <a:defRPr sz="1725" b="1">
                <a:solidFill>
                  <a:srgbClr val="087E75"/>
                </a:solidFill>
                <a:latin typeface="DejaVu Sans"/>
                <a:ea typeface="DejaVu Sans"/>
                <a:cs typeface="DejaVu Sans"/>
              </a:defRPr>
            </a:lvl8pPr>
            <a:lvl9pPr>
              <a:defRPr sz="1725" b="1">
                <a:solidFill>
                  <a:srgbClr val="087E75"/>
                </a:solidFill>
                <a:latin typeface="DejaVu Sans"/>
                <a:ea typeface="DejaVu Sans"/>
                <a:cs typeface="DejaVu Sans"/>
              </a:defRPr>
            </a:lvl9pPr>
          </a:lstStyle>
          <a:p xmlns:a="http://schemas.openxmlformats.org/drawingml/2006/main">
            <a:pPr>
              <a:defRPr sz="1725" b="1">
                <a:solidFill>
                  <a:srgbClr val="087E75"/>
                </a:solidFill>
                <a:latin typeface="DejaVu Sans"/>
                <a:ea typeface="DejaVu Sans"/>
                <a:cs typeface="DejaVu Sans"/>
              </a:defRPr>
            </a:pPr>
            <a:r>
              <a:rPr sz="1725" b="1">
                <a:solidFill>
                  <a:srgbClr val="087E75"/>
                </a:solidFill>
                <a:latin typeface="DejaVu Sans"/>
                <a:ea typeface="DejaVu Sans"/>
                <a:cs typeface="DejaVu Sans"/>
              </a:rPr>
              <a:t>Progress</a:t>
            </a:r>
          </a:p>
        </p:txBody>
      </p:sp>
      <p:sp>
        <p:nvSpPr>
          <p:cNvPr id="7" name="content-0">
            <a:extLst xmlns:a="http://schemas.openxmlformats.org/drawingml/2006/main">
              <a:ext uri="{FF2B5EF4-FFF2-40B4-BE49-F238E27FC236}">
                <a16:creationId xmlns:a16="http://schemas.microsoft.com/office/drawing/2014/main" id="{5F903052-A2AD-410E-8B9C-495C45AAA4BC}"/>
              </a:ext>
            </a:extLst>
          </p:cNvPr>
          <p:cNvSpPr>
            <a:spLocks xmlns:a="http://schemas.openxmlformats.org/drawingml/2006/main" noGrp="1"/>
          </p:cNvSpPr>
          <p:nvPr/>
        </p:nvSpPr>
        <p:spPr>
          <a:xfrm xmlns:a="http://schemas.openxmlformats.org/drawingml/2006/main">
            <a:off x="2381250" y="4114800"/>
            <a:ext cx="652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122D33"/>
                </a:solidFill>
                <a:latin typeface="DejaVu Sans"/>
                <a:ea typeface="DejaVu Sans"/>
                <a:cs typeface="DejaVu Sans"/>
              </a:defRPr>
            </a:defPPr>
            <a:lvl1pPr>
              <a:defRPr sz="1725" b="0">
                <a:solidFill>
                  <a:srgbClr val="122D33"/>
                </a:solidFill>
                <a:latin typeface="DejaVu Sans"/>
                <a:ea typeface="DejaVu Sans"/>
                <a:cs typeface="DejaVu Sans"/>
              </a:defRPr>
            </a:lvl1pPr>
            <a:lvl2pPr>
              <a:defRPr sz="1725" b="0">
                <a:solidFill>
                  <a:srgbClr val="122D33"/>
                </a:solidFill>
                <a:latin typeface="DejaVu Sans"/>
                <a:ea typeface="DejaVu Sans"/>
                <a:cs typeface="DejaVu Sans"/>
              </a:defRPr>
            </a:lvl2pPr>
            <a:lvl3pPr>
              <a:defRPr sz="1725" b="0">
                <a:solidFill>
                  <a:srgbClr val="122D33"/>
                </a:solidFill>
                <a:latin typeface="DejaVu Sans"/>
                <a:ea typeface="DejaVu Sans"/>
                <a:cs typeface="DejaVu Sans"/>
              </a:defRPr>
            </a:lvl3pPr>
            <a:lvl4pPr>
              <a:defRPr sz="1725" b="0">
                <a:solidFill>
                  <a:srgbClr val="122D33"/>
                </a:solidFill>
                <a:latin typeface="DejaVu Sans"/>
                <a:ea typeface="DejaVu Sans"/>
                <a:cs typeface="DejaVu Sans"/>
              </a:defRPr>
            </a:lvl4pPr>
            <a:lvl5pPr>
              <a:defRPr sz="1725" b="0">
                <a:solidFill>
                  <a:srgbClr val="122D33"/>
                </a:solidFill>
                <a:latin typeface="DejaVu Sans"/>
                <a:ea typeface="DejaVu Sans"/>
                <a:cs typeface="DejaVu Sans"/>
              </a:defRPr>
            </a:lvl5pPr>
            <a:lvl6pPr>
              <a:defRPr sz="1725" b="0">
                <a:solidFill>
                  <a:srgbClr val="122D33"/>
                </a:solidFill>
                <a:latin typeface="DejaVu Sans"/>
                <a:ea typeface="DejaVu Sans"/>
                <a:cs typeface="DejaVu Sans"/>
              </a:defRPr>
            </a:lvl6pPr>
            <a:lvl7pPr>
              <a:defRPr sz="1725" b="0">
                <a:solidFill>
                  <a:srgbClr val="122D33"/>
                </a:solidFill>
                <a:latin typeface="DejaVu Sans"/>
                <a:ea typeface="DejaVu Sans"/>
                <a:cs typeface="DejaVu Sans"/>
              </a:defRPr>
            </a:lvl7pPr>
            <a:lvl8pPr>
              <a:defRPr sz="1725" b="0">
                <a:solidFill>
                  <a:srgbClr val="122D33"/>
                </a:solidFill>
                <a:latin typeface="DejaVu Sans"/>
                <a:ea typeface="DejaVu Sans"/>
                <a:cs typeface="DejaVu Sans"/>
              </a:defRPr>
            </a:lvl8pPr>
            <a:lvl9pPr>
              <a:defRPr sz="1725" b="0">
                <a:solidFill>
                  <a:srgbClr val="122D33"/>
                </a:solidFill>
                <a:latin typeface="DejaVu Sans"/>
                <a:ea typeface="DejaVu Sans"/>
                <a:cs typeface="DejaVu Sans"/>
              </a:defRPr>
            </a:lvl9pPr>
          </a:lstStyle>
          <a:p xmlns:a="http://schemas.openxmlformats.org/drawingml/2006/main">
            <a:pPr>
              <a:defRPr sz="1725" b="0">
                <a:solidFill>
                  <a:srgbClr val="122D33"/>
                </a:solidFill>
                <a:latin typeface="DejaVu Sans"/>
                <a:ea typeface="DejaVu Sans"/>
                <a:cs typeface="DejaVu Sans"/>
              </a:defRPr>
            </a:pPr>
            <a:r>
              <a:rPr sz="1725" b="0">
                <a:solidFill>
                  <a:srgbClr val="122D33"/>
                </a:solidFill>
                <a:latin typeface="DejaVu Sans"/>
                <a:ea typeface="DejaVu Sans"/>
                <a:cs typeface="DejaVu Sans"/>
              </a:rPr>
              <a:t>[What changed since last week?]</a:t>
            </a:r>
          </a:p>
        </p:txBody>
      </p:sp>
      <p:sp>
        <p:nvSpPr>
          <p:cNvPr id="8" name="prompt-1">
            <a:extLst xmlns:a="http://schemas.openxmlformats.org/drawingml/2006/main">
              <a:ext uri="{FF2B5EF4-FFF2-40B4-BE49-F238E27FC236}">
                <a16:creationId xmlns:a16="http://schemas.microsoft.com/office/drawing/2014/main" id="{B9BEA14E-A7FB-47F9-9752-C4FC0226FA8A}"/>
              </a:ext>
            </a:extLst>
          </p:cNvPr>
          <p:cNvSpPr>
            <a:spLocks xmlns:a="http://schemas.openxmlformats.org/drawingml/2006/main" noGrp="1"/>
          </p:cNvSpPr>
          <p:nvPr/>
        </p:nvSpPr>
        <p:spPr>
          <a:xfrm xmlns:a="http://schemas.openxmlformats.org/drawingml/2006/main">
            <a:off x="685800" y="473392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087E75"/>
                </a:solidFill>
                <a:latin typeface="DejaVu Sans"/>
                <a:ea typeface="DejaVu Sans"/>
                <a:cs typeface="DejaVu Sans"/>
              </a:defRPr>
            </a:defPPr>
            <a:lvl1pPr>
              <a:defRPr sz="1725" b="1">
                <a:solidFill>
                  <a:srgbClr val="087E75"/>
                </a:solidFill>
                <a:latin typeface="DejaVu Sans"/>
                <a:ea typeface="DejaVu Sans"/>
                <a:cs typeface="DejaVu Sans"/>
              </a:defRPr>
            </a:lvl1pPr>
            <a:lvl2pPr>
              <a:defRPr sz="1725" b="1">
                <a:solidFill>
                  <a:srgbClr val="087E75"/>
                </a:solidFill>
                <a:latin typeface="DejaVu Sans"/>
                <a:ea typeface="DejaVu Sans"/>
                <a:cs typeface="DejaVu Sans"/>
              </a:defRPr>
            </a:lvl2pPr>
            <a:lvl3pPr>
              <a:defRPr sz="1725" b="1">
                <a:solidFill>
                  <a:srgbClr val="087E75"/>
                </a:solidFill>
                <a:latin typeface="DejaVu Sans"/>
                <a:ea typeface="DejaVu Sans"/>
                <a:cs typeface="DejaVu Sans"/>
              </a:defRPr>
            </a:lvl3pPr>
            <a:lvl4pPr>
              <a:defRPr sz="1725" b="1">
                <a:solidFill>
                  <a:srgbClr val="087E75"/>
                </a:solidFill>
                <a:latin typeface="DejaVu Sans"/>
                <a:ea typeface="DejaVu Sans"/>
                <a:cs typeface="DejaVu Sans"/>
              </a:defRPr>
            </a:lvl4pPr>
            <a:lvl5pPr>
              <a:defRPr sz="1725" b="1">
                <a:solidFill>
                  <a:srgbClr val="087E75"/>
                </a:solidFill>
                <a:latin typeface="DejaVu Sans"/>
                <a:ea typeface="DejaVu Sans"/>
                <a:cs typeface="DejaVu Sans"/>
              </a:defRPr>
            </a:lvl5pPr>
            <a:lvl6pPr>
              <a:defRPr sz="1725" b="1">
                <a:solidFill>
                  <a:srgbClr val="087E75"/>
                </a:solidFill>
                <a:latin typeface="DejaVu Sans"/>
                <a:ea typeface="DejaVu Sans"/>
                <a:cs typeface="DejaVu Sans"/>
              </a:defRPr>
            </a:lvl6pPr>
            <a:lvl7pPr>
              <a:defRPr sz="1725" b="1">
                <a:solidFill>
                  <a:srgbClr val="087E75"/>
                </a:solidFill>
                <a:latin typeface="DejaVu Sans"/>
                <a:ea typeface="DejaVu Sans"/>
                <a:cs typeface="DejaVu Sans"/>
              </a:defRPr>
            </a:lvl7pPr>
            <a:lvl8pPr>
              <a:defRPr sz="1725" b="1">
                <a:solidFill>
                  <a:srgbClr val="087E75"/>
                </a:solidFill>
                <a:latin typeface="DejaVu Sans"/>
                <a:ea typeface="DejaVu Sans"/>
                <a:cs typeface="DejaVu Sans"/>
              </a:defRPr>
            </a:lvl8pPr>
            <a:lvl9pPr>
              <a:defRPr sz="1725" b="1">
                <a:solidFill>
                  <a:srgbClr val="087E75"/>
                </a:solidFill>
                <a:latin typeface="DejaVu Sans"/>
                <a:ea typeface="DejaVu Sans"/>
                <a:cs typeface="DejaVu Sans"/>
              </a:defRPr>
            </a:lvl9pPr>
          </a:lstStyle>
          <a:p xmlns:a="http://schemas.openxmlformats.org/drawingml/2006/main">
            <a:pPr>
              <a:defRPr sz="1725" b="1">
                <a:solidFill>
                  <a:srgbClr val="087E75"/>
                </a:solidFill>
                <a:latin typeface="DejaVu Sans"/>
                <a:ea typeface="DejaVu Sans"/>
                <a:cs typeface="DejaVu Sans"/>
              </a:defRPr>
            </a:pPr>
            <a:r>
              <a:rPr sz="1725" b="1">
                <a:solidFill>
                  <a:srgbClr val="087E75"/>
                </a:solidFill>
                <a:latin typeface="DejaVu Sans"/>
                <a:ea typeface="DejaVu Sans"/>
                <a:cs typeface="DejaVu Sans"/>
              </a:rPr>
              <a:t>Evidence</a:t>
            </a:r>
          </a:p>
        </p:txBody>
      </p:sp>
      <p:sp>
        <p:nvSpPr>
          <p:cNvPr id="9" name="content-1">
            <a:extLst xmlns:a="http://schemas.openxmlformats.org/drawingml/2006/main">
              <a:ext uri="{FF2B5EF4-FFF2-40B4-BE49-F238E27FC236}">
                <a16:creationId xmlns:a16="http://schemas.microsoft.com/office/drawing/2014/main" id="{5B55A8BF-F36F-4984-9AB9-EA371B7EE171}"/>
              </a:ext>
            </a:extLst>
          </p:cNvPr>
          <p:cNvSpPr>
            <a:spLocks xmlns:a="http://schemas.openxmlformats.org/drawingml/2006/main" noGrp="1"/>
          </p:cNvSpPr>
          <p:nvPr/>
        </p:nvSpPr>
        <p:spPr>
          <a:xfrm xmlns:a="http://schemas.openxmlformats.org/drawingml/2006/main">
            <a:off x="2381250" y="4733925"/>
            <a:ext cx="652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122D33"/>
                </a:solidFill>
                <a:latin typeface="DejaVu Sans"/>
                <a:ea typeface="DejaVu Sans"/>
                <a:cs typeface="DejaVu Sans"/>
              </a:defRPr>
            </a:defPPr>
            <a:lvl1pPr>
              <a:defRPr sz="1725" b="0">
                <a:solidFill>
                  <a:srgbClr val="122D33"/>
                </a:solidFill>
                <a:latin typeface="DejaVu Sans"/>
                <a:ea typeface="DejaVu Sans"/>
                <a:cs typeface="DejaVu Sans"/>
              </a:defRPr>
            </a:lvl1pPr>
            <a:lvl2pPr>
              <a:defRPr sz="1725" b="0">
                <a:solidFill>
                  <a:srgbClr val="122D33"/>
                </a:solidFill>
                <a:latin typeface="DejaVu Sans"/>
                <a:ea typeface="DejaVu Sans"/>
                <a:cs typeface="DejaVu Sans"/>
              </a:defRPr>
            </a:lvl2pPr>
            <a:lvl3pPr>
              <a:defRPr sz="1725" b="0">
                <a:solidFill>
                  <a:srgbClr val="122D33"/>
                </a:solidFill>
                <a:latin typeface="DejaVu Sans"/>
                <a:ea typeface="DejaVu Sans"/>
                <a:cs typeface="DejaVu Sans"/>
              </a:defRPr>
            </a:lvl3pPr>
            <a:lvl4pPr>
              <a:defRPr sz="1725" b="0">
                <a:solidFill>
                  <a:srgbClr val="122D33"/>
                </a:solidFill>
                <a:latin typeface="DejaVu Sans"/>
                <a:ea typeface="DejaVu Sans"/>
                <a:cs typeface="DejaVu Sans"/>
              </a:defRPr>
            </a:lvl4pPr>
            <a:lvl5pPr>
              <a:defRPr sz="1725" b="0">
                <a:solidFill>
                  <a:srgbClr val="122D33"/>
                </a:solidFill>
                <a:latin typeface="DejaVu Sans"/>
                <a:ea typeface="DejaVu Sans"/>
                <a:cs typeface="DejaVu Sans"/>
              </a:defRPr>
            </a:lvl5pPr>
            <a:lvl6pPr>
              <a:defRPr sz="1725" b="0">
                <a:solidFill>
                  <a:srgbClr val="122D33"/>
                </a:solidFill>
                <a:latin typeface="DejaVu Sans"/>
                <a:ea typeface="DejaVu Sans"/>
                <a:cs typeface="DejaVu Sans"/>
              </a:defRPr>
            </a:lvl6pPr>
            <a:lvl7pPr>
              <a:defRPr sz="1725" b="0">
                <a:solidFill>
                  <a:srgbClr val="122D33"/>
                </a:solidFill>
                <a:latin typeface="DejaVu Sans"/>
                <a:ea typeface="DejaVu Sans"/>
                <a:cs typeface="DejaVu Sans"/>
              </a:defRPr>
            </a:lvl7pPr>
            <a:lvl8pPr>
              <a:defRPr sz="1725" b="0">
                <a:solidFill>
                  <a:srgbClr val="122D33"/>
                </a:solidFill>
                <a:latin typeface="DejaVu Sans"/>
                <a:ea typeface="DejaVu Sans"/>
                <a:cs typeface="DejaVu Sans"/>
              </a:defRPr>
            </a:lvl8pPr>
            <a:lvl9pPr>
              <a:defRPr sz="1725" b="0">
                <a:solidFill>
                  <a:srgbClr val="122D33"/>
                </a:solidFill>
                <a:latin typeface="DejaVu Sans"/>
                <a:ea typeface="DejaVu Sans"/>
                <a:cs typeface="DejaVu Sans"/>
              </a:defRPr>
            </a:lvl9pPr>
          </a:lstStyle>
          <a:p xmlns:a="http://schemas.openxmlformats.org/drawingml/2006/main">
            <a:pPr>
              <a:defRPr sz="1725" b="0">
                <a:solidFill>
                  <a:srgbClr val="122D33"/>
                </a:solidFill>
                <a:latin typeface="DejaVu Sans"/>
                <a:ea typeface="DejaVu Sans"/>
                <a:cs typeface="DejaVu Sans"/>
              </a:defRPr>
            </a:pPr>
            <a:r>
              <a:rPr sz="1725" b="0">
                <a:solidFill>
                  <a:srgbClr val="122D33"/>
                </a:solidFill>
                <a:latin typeface="DejaVu Sans"/>
                <a:ea typeface="DejaVu Sans"/>
                <a:cs typeface="DejaVu Sans"/>
              </a:rPr>
              <a:t>[A result, example, or supporting link]</a:t>
            </a:r>
          </a:p>
        </p:txBody>
      </p:sp>
      <p:sp>
        <p:nvSpPr>
          <p:cNvPr id="10" name="prompt-2">
            <a:extLst xmlns:a="http://schemas.openxmlformats.org/drawingml/2006/main">
              <a:ext uri="{FF2B5EF4-FFF2-40B4-BE49-F238E27FC236}">
                <a16:creationId xmlns:a16="http://schemas.microsoft.com/office/drawing/2014/main" id="{61CD1A49-94AB-402F-80EA-AE97C25368D0}"/>
              </a:ext>
            </a:extLst>
          </p:cNvPr>
          <p:cNvSpPr>
            <a:spLocks xmlns:a="http://schemas.openxmlformats.org/drawingml/2006/main" noGrp="1"/>
          </p:cNvSpPr>
          <p:nvPr/>
        </p:nvSpPr>
        <p:spPr>
          <a:xfrm xmlns:a="http://schemas.openxmlformats.org/drawingml/2006/main">
            <a:off x="685800" y="535305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087E75"/>
                </a:solidFill>
                <a:latin typeface="DejaVu Sans"/>
                <a:ea typeface="DejaVu Sans"/>
                <a:cs typeface="DejaVu Sans"/>
              </a:defRPr>
            </a:defPPr>
            <a:lvl1pPr>
              <a:defRPr sz="1725" b="1">
                <a:solidFill>
                  <a:srgbClr val="087E75"/>
                </a:solidFill>
                <a:latin typeface="DejaVu Sans"/>
                <a:ea typeface="DejaVu Sans"/>
                <a:cs typeface="DejaVu Sans"/>
              </a:defRPr>
            </a:lvl1pPr>
            <a:lvl2pPr>
              <a:defRPr sz="1725" b="1">
                <a:solidFill>
                  <a:srgbClr val="087E75"/>
                </a:solidFill>
                <a:latin typeface="DejaVu Sans"/>
                <a:ea typeface="DejaVu Sans"/>
                <a:cs typeface="DejaVu Sans"/>
              </a:defRPr>
            </a:lvl2pPr>
            <a:lvl3pPr>
              <a:defRPr sz="1725" b="1">
                <a:solidFill>
                  <a:srgbClr val="087E75"/>
                </a:solidFill>
                <a:latin typeface="DejaVu Sans"/>
                <a:ea typeface="DejaVu Sans"/>
                <a:cs typeface="DejaVu Sans"/>
              </a:defRPr>
            </a:lvl3pPr>
            <a:lvl4pPr>
              <a:defRPr sz="1725" b="1">
                <a:solidFill>
                  <a:srgbClr val="087E75"/>
                </a:solidFill>
                <a:latin typeface="DejaVu Sans"/>
                <a:ea typeface="DejaVu Sans"/>
                <a:cs typeface="DejaVu Sans"/>
              </a:defRPr>
            </a:lvl4pPr>
            <a:lvl5pPr>
              <a:defRPr sz="1725" b="1">
                <a:solidFill>
                  <a:srgbClr val="087E75"/>
                </a:solidFill>
                <a:latin typeface="DejaVu Sans"/>
                <a:ea typeface="DejaVu Sans"/>
                <a:cs typeface="DejaVu Sans"/>
              </a:defRPr>
            </a:lvl5pPr>
            <a:lvl6pPr>
              <a:defRPr sz="1725" b="1">
                <a:solidFill>
                  <a:srgbClr val="087E75"/>
                </a:solidFill>
                <a:latin typeface="DejaVu Sans"/>
                <a:ea typeface="DejaVu Sans"/>
                <a:cs typeface="DejaVu Sans"/>
              </a:defRPr>
            </a:lvl6pPr>
            <a:lvl7pPr>
              <a:defRPr sz="1725" b="1">
                <a:solidFill>
                  <a:srgbClr val="087E75"/>
                </a:solidFill>
                <a:latin typeface="DejaVu Sans"/>
                <a:ea typeface="DejaVu Sans"/>
                <a:cs typeface="DejaVu Sans"/>
              </a:defRPr>
            </a:lvl7pPr>
            <a:lvl8pPr>
              <a:defRPr sz="1725" b="1">
                <a:solidFill>
                  <a:srgbClr val="087E75"/>
                </a:solidFill>
                <a:latin typeface="DejaVu Sans"/>
                <a:ea typeface="DejaVu Sans"/>
                <a:cs typeface="DejaVu Sans"/>
              </a:defRPr>
            </a:lvl8pPr>
            <a:lvl9pPr>
              <a:defRPr sz="1725" b="1">
                <a:solidFill>
                  <a:srgbClr val="087E75"/>
                </a:solidFill>
                <a:latin typeface="DejaVu Sans"/>
                <a:ea typeface="DejaVu Sans"/>
                <a:cs typeface="DejaVu Sans"/>
              </a:defRPr>
            </a:lvl9pPr>
          </a:lstStyle>
          <a:p xmlns:a="http://schemas.openxmlformats.org/drawingml/2006/main">
            <a:pPr>
              <a:defRPr sz="1725" b="1">
                <a:solidFill>
                  <a:srgbClr val="087E75"/>
                </a:solidFill>
                <a:latin typeface="DejaVu Sans"/>
                <a:ea typeface="DejaVu Sans"/>
                <a:cs typeface="DejaVu Sans"/>
              </a:defRPr>
            </a:pPr>
            <a:r>
              <a:rPr sz="1725" b="1">
                <a:solidFill>
                  <a:srgbClr val="087E75"/>
                </a:solidFill>
                <a:latin typeface="DejaVu Sans"/>
                <a:ea typeface="DejaVu Sans"/>
                <a:cs typeface="DejaVu Sans"/>
              </a:rPr>
              <a:t>Next step</a:t>
            </a:r>
          </a:p>
        </p:txBody>
      </p:sp>
      <p:sp>
        <p:nvSpPr>
          <p:cNvPr id="11" name="content-2">
            <a:extLst xmlns:a="http://schemas.openxmlformats.org/drawingml/2006/main">
              <a:ext uri="{FF2B5EF4-FFF2-40B4-BE49-F238E27FC236}">
                <a16:creationId xmlns:a16="http://schemas.microsoft.com/office/drawing/2014/main" id="{0231B47A-B64D-4E3C-AFAF-D37F3CA50913}"/>
              </a:ext>
            </a:extLst>
          </p:cNvPr>
          <p:cNvSpPr>
            <a:spLocks xmlns:a="http://schemas.openxmlformats.org/drawingml/2006/main" noGrp="1"/>
          </p:cNvSpPr>
          <p:nvPr/>
        </p:nvSpPr>
        <p:spPr>
          <a:xfrm xmlns:a="http://schemas.openxmlformats.org/drawingml/2006/main">
            <a:off x="2381250" y="5353050"/>
            <a:ext cx="652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122D33"/>
                </a:solidFill>
                <a:latin typeface="DejaVu Sans"/>
                <a:ea typeface="DejaVu Sans"/>
                <a:cs typeface="DejaVu Sans"/>
              </a:defRPr>
            </a:defPPr>
            <a:lvl1pPr>
              <a:defRPr sz="1725" b="0">
                <a:solidFill>
                  <a:srgbClr val="122D33"/>
                </a:solidFill>
                <a:latin typeface="DejaVu Sans"/>
                <a:ea typeface="DejaVu Sans"/>
                <a:cs typeface="DejaVu Sans"/>
              </a:defRPr>
            </a:lvl1pPr>
            <a:lvl2pPr>
              <a:defRPr sz="1725" b="0">
                <a:solidFill>
                  <a:srgbClr val="122D33"/>
                </a:solidFill>
                <a:latin typeface="DejaVu Sans"/>
                <a:ea typeface="DejaVu Sans"/>
                <a:cs typeface="DejaVu Sans"/>
              </a:defRPr>
            </a:lvl2pPr>
            <a:lvl3pPr>
              <a:defRPr sz="1725" b="0">
                <a:solidFill>
                  <a:srgbClr val="122D33"/>
                </a:solidFill>
                <a:latin typeface="DejaVu Sans"/>
                <a:ea typeface="DejaVu Sans"/>
                <a:cs typeface="DejaVu Sans"/>
              </a:defRPr>
            </a:lvl3pPr>
            <a:lvl4pPr>
              <a:defRPr sz="1725" b="0">
                <a:solidFill>
                  <a:srgbClr val="122D33"/>
                </a:solidFill>
                <a:latin typeface="DejaVu Sans"/>
                <a:ea typeface="DejaVu Sans"/>
                <a:cs typeface="DejaVu Sans"/>
              </a:defRPr>
            </a:lvl4pPr>
            <a:lvl5pPr>
              <a:defRPr sz="1725" b="0">
                <a:solidFill>
                  <a:srgbClr val="122D33"/>
                </a:solidFill>
                <a:latin typeface="DejaVu Sans"/>
                <a:ea typeface="DejaVu Sans"/>
                <a:cs typeface="DejaVu Sans"/>
              </a:defRPr>
            </a:lvl5pPr>
            <a:lvl6pPr>
              <a:defRPr sz="1725" b="0">
                <a:solidFill>
                  <a:srgbClr val="122D33"/>
                </a:solidFill>
                <a:latin typeface="DejaVu Sans"/>
                <a:ea typeface="DejaVu Sans"/>
                <a:cs typeface="DejaVu Sans"/>
              </a:defRPr>
            </a:lvl6pPr>
            <a:lvl7pPr>
              <a:defRPr sz="1725" b="0">
                <a:solidFill>
                  <a:srgbClr val="122D33"/>
                </a:solidFill>
                <a:latin typeface="DejaVu Sans"/>
                <a:ea typeface="DejaVu Sans"/>
                <a:cs typeface="DejaVu Sans"/>
              </a:defRPr>
            </a:lvl7pPr>
            <a:lvl8pPr>
              <a:defRPr sz="1725" b="0">
                <a:solidFill>
                  <a:srgbClr val="122D33"/>
                </a:solidFill>
                <a:latin typeface="DejaVu Sans"/>
                <a:ea typeface="DejaVu Sans"/>
                <a:cs typeface="DejaVu Sans"/>
              </a:defRPr>
            </a:lvl8pPr>
            <a:lvl9pPr>
              <a:defRPr sz="1725" b="0">
                <a:solidFill>
                  <a:srgbClr val="122D33"/>
                </a:solidFill>
                <a:latin typeface="DejaVu Sans"/>
                <a:ea typeface="DejaVu Sans"/>
                <a:cs typeface="DejaVu Sans"/>
              </a:defRPr>
            </a:lvl9pPr>
          </a:lstStyle>
          <a:p xmlns:a="http://schemas.openxmlformats.org/drawingml/2006/main">
            <a:pPr>
              <a:defRPr sz="1725" b="0">
                <a:solidFill>
                  <a:srgbClr val="122D33"/>
                </a:solidFill>
                <a:latin typeface="DejaVu Sans"/>
                <a:ea typeface="DejaVu Sans"/>
                <a:cs typeface="DejaVu Sans"/>
              </a:defRPr>
            </a:pPr>
            <a:r>
              <a:rPr sz="1725" b="0">
                <a:solidFill>
                  <a:srgbClr val="122D33"/>
                </a:solidFill>
                <a:latin typeface="DejaVu Sans"/>
                <a:ea typeface="DejaVu Sans"/>
                <a:cs typeface="DejaVu Sans"/>
              </a:rPr>
              <a:t>[What happens next? Any help needed?]</a:t>
            </a:r>
          </a:p>
        </p:txBody>
      </p:sp>
    </p:spTree>
    <p:extLst>
      <p:ext uri="{BB962C8B-B14F-4D97-AF65-F5344CB8AC3E}">
        <p14:creationId xmlns:p14="http://schemas.microsoft.com/office/powerpoint/2010/main" val="1827882404"/>
      </p:ext>
    </p:extLst>
  </p:cSld>
</p:sld>
</file>

<file path=ppt/slides/slide7.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7" name="label">
            <a:extLst xmlns:a="http://schemas.openxmlformats.org/drawingml/2006/main">
              <a:ext uri="{FF2B5EF4-FFF2-40B4-BE49-F238E27FC236}">
                <a16:creationId xmlns:a16="http://schemas.microsoft.com/office/drawing/2014/main" id="{E0D8C779-2831-4B3C-9522-D97B471694F4}"/>
              </a:ext>
            </a:extLst>
          </p:cNvPr>
          <p:cNvSpPr>
            <a:spLocks xmlns:a="http://schemas.openxmlformats.org/drawingml/2006/main" noGrp="1"/>
          </p:cNvSpPr>
          <p:nvPr/>
        </p:nvSpPr>
        <p:spPr>
          <a:xfrm xmlns:a="http://schemas.openxmlformats.org/drawingml/2006/main">
            <a:off x="685800" y="457200"/>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087E75"/>
                </a:solidFill>
                <a:latin typeface="DejaVu Sans"/>
                <a:ea typeface="DejaVu Sans"/>
                <a:cs typeface="DejaVu Sans"/>
              </a:defRPr>
            </a:defPPr>
            <a:lvl1pPr>
              <a:defRPr sz="1275" b="1">
                <a:solidFill>
                  <a:srgbClr val="087E75"/>
                </a:solidFill>
                <a:latin typeface="DejaVu Sans"/>
                <a:ea typeface="DejaVu Sans"/>
                <a:cs typeface="DejaVu Sans"/>
              </a:defRPr>
            </a:lvl1pPr>
            <a:lvl2pPr>
              <a:defRPr sz="1275" b="1">
                <a:solidFill>
                  <a:srgbClr val="087E75"/>
                </a:solidFill>
                <a:latin typeface="DejaVu Sans"/>
                <a:ea typeface="DejaVu Sans"/>
                <a:cs typeface="DejaVu Sans"/>
              </a:defRPr>
            </a:lvl2pPr>
            <a:lvl3pPr>
              <a:defRPr sz="1275" b="1">
                <a:solidFill>
                  <a:srgbClr val="087E75"/>
                </a:solidFill>
                <a:latin typeface="DejaVu Sans"/>
                <a:ea typeface="DejaVu Sans"/>
                <a:cs typeface="DejaVu Sans"/>
              </a:defRPr>
            </a:lvl3pPr>
            <a:lvl4pPr>
              <a:defRPr sz="1275" b="1">
                <a:solidFill>
                  <a:srgbClr val="087E75"/>
                </a:solidFill>
                <a:latin typeface="DejaVu Sans"/>
                <a:ea typeface="DejaVu Sans"/>
                <a:cs typeface="DejaVu Sans"/>
              </a:defRPr>
            </a:lvl4pPr>
            <a:lvl5pPr>
              <a:defRPr sz="1275" b="1">
                <a:solidFill>
                  <a:srgbClr val="087E75"/>
                </a:solidFill>
                <a:latin typeface="DejaVu Sans"/>
                <a:ea typeface="DejaVu Sans"/>
                <a:cs typeface="DejaVu Sans"/>
              </a:defRPr>
            </a:lvl5pPr>
            <a:lvl6pPr>
              <a:defRPr sz="1275" b="1">
                <a:solidFill>
                  <a:srgbClr val="087E75"/>
                </a:solidFill>
                <a:latin typeface="DejaVu Sans"/>
                <a:ea typeface="DejaVu Sans"/>
                <a:cs typeface="DejaVu Sans"/>
              </a:defRPr>
            </a:lvl6pPr>
            <a:lvl7pPr>
              <a:defRPr sz="1275" b="1">
                <a:solidFill>
                  <a:srgbClr val="087E75"/>
                </a:solidFill>
                <a:latin typeface="DejaVu Sans"/>
                <a:ea typeface="DejaVu Sans"/>
                <a:cs typeface="DejaVu Sans"/>
              </a:defRPr>
            </a:lvl7pPr>
            <a:lvl8pPr>
              <a:defRPr sz="1275" b="1">
                <a:solidFill>
                  <a:srgbClr val="087E75"/>
                </a:solidFill>
                <a:latin typeface="DejaVu Sans"/>
                <a:ea typeface="DejaVu Sans"/>
                <a:cs typeface="DejaVu Sans"/>
              </a:defRPr>
            </a:lvl8pPr>
            <a:lvl9pPr>
              <a:defRPr sz="1275" b="1">
                <a:solidFill>
                  <a:srgbClr val="087E75"/>
                </a:solidFill>
                <a:latin typeface="DejaVu Sans"/>
                <a:ea typeface="DejaVu Sans"/>
                <a:cs typeface="DejaVu Sans"/>
              </a:defRPr>
            </a:lvl9pPr>
          </a:lstStyle>
          <a:p xmlns:a="http://schemas.openxmlformats.org/drawingml/2006/main">
            <a:pPr>
              <a:defRPr sz="1275" b="1">
                <a:solidFill>
                  <a:srgbClr val="087E75"/>
                </a:solidFill>
                <a:latin typeface="DejaVu Sans"/>
                <a:ea typeface="DejaVu Sans"/>
                <a:cs typeface="DejaVu Sans"/>
              </a:defRPr>
            </a:pPr>
            <a:r>
              <a:rPr sz="1275" b="1">
                <a:solidFill>
                  <a:srgbClr val="087E75"/>
                </a:solidFill>
                <a:latin typeface="DejaVu Sans"/>
                <a:ea typeface="DejaVu Sans"/>
                <a:cs typeface="DejaVu Sans"/>
              </a:rPr>
              <a:t>DISCUSSION</a:t>
            </a:r>
          </a:p>
        </p:txBody>
      </p:sp>
      <p:sp>
        <p:nvSpPr>
          <p:cNvPr id="2" name="title">
            <a:extLst xmlns:a="http://schemas.openxmlformats.org/drawingml/2006/main">
              <a:ext uri="{FF2B5EF4-FFF2-40B4-BE49-F238E27FC236}">
                <a16:creationId xmlns:a16="http://schemas.microsoft.com/office/drawing/2014/main" id="{338C85F2-048C-445A-BAE4-1A8A28299056}"/>
              </a:ext>
            </a:extLst>
          </p:cNvPr>
          <p:cNvSpPr>
            <a:spLocks xmlns:a="http://schemas.openxmlformats.org/drawingml/2006/main" noGrp="1"/>
          </p:cNvSpPr>
          <p:nvPr/>
        </p:nvSpPr>
        <p:spPr>
          <a:xfrm xmlns:a="http://schemas.openxmlformats.org/drawingml/2006/main">
            <a:off x="685800" y="1257300"/>
            <a:ext cx="8001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800" b="1">
                <a:solidFill>
                  <a:srgbClr val="122D33"/>
                </a:solidFill>
                <a:latin typeface="DejaVu Sans"/>
                <a:ea typeface="DejaVu Sans"/>
                <a:cs typeface="DejaVu Sans"/>
              </a:defRPr>
            </a:defPPr>
            <a:lvl1pPr>
              <a:defRPr sz="4800" b="1">
                <a:solidFill>
                  <a:srgbClr val="122D33"/>
                </a:solidFill>
                <a:latin typeface="DejaVu Sans"/>
                <a:ea typeface="DejaVu Sans"/>
                <a:cs typeface="DejaVu Sans"/>
              </a:defRPr>
            </a:lvl1pPr>
            <a:lvl2pPr>
              <a:defRPr sz="4800" b="1">
                <a:solidFill>
                  <a:srgbClr val="122D33"/>
                </a:solidFill>
                <a:latin typeface="DejaVu Sans"/>
                <a:ea typeface="DejaVu Sans"/>
                <a:cs typeface="DejaVu Sans"/>
              </a:defRPr>
            </a:lvl2pPr>
            <a:lvl3pPr>
              <a:defRPr sz="4800" b="1">
                <a:solidFill>
                  <a:srgbClr val="122D33"/>
                </a:solidFill>
                <a:latin typeface="DejaVu Sans"/>
                <a:ea typeface="DejaVu Sans"/>
                <a:cs typeface="DejaVu Sans"/>
              </a:defRPr>
            </a:lvl3pPr>
            <a:lvl4pPr>
              <a:defRPr sz="4800" b="1">
                <a:solidFill>
                  <a:srgbClr val="122D33"/>
                </a:solidFill>
                <a:latin typeface="DejaVu Sans"/>
                <a:ea typeface="DejaVu Sans"/>
                <a:cs typeface="DejaVu Sans"/>
              </a:defRPr>
            </a:lvl4pPr>
            <a:lvl5pPr>
              <a:defRPr sz="4800" b="1">
                <a:solidFill>
                  <a:srgbClr val="122D33"/>
                </a:solidFill>
                <a:latin typeface="DejaVu Sans"/>
                <a:ea typeface="DejaVu Sans"/>
                <a:cs typeface="DejaVu Sans"/>
              </a:defRPr>
            </a:lvl5pPr>
            <a:lvl6pPr>
              <a:defRPr sz="4800" b="1">
                <a:solidFill>
                  <a:srgbClr val="122D33"/>
                </a:solidFill>
                <a:latin typeface="DejaVu Sans"/>
                <a:ea typeface="DejaVu Sans"/>
                <a:cs typeface="DejaVu Sans"/>
              </a:defRPr>
            </a:lvl6pPr>
            <a:lvl7pPr>
              <a:defRPr sz="4800" b="1">
                <a:solidFill>
                  <a:srgbClr val="122D33"/>
                </a:solidFill>
                <a:latin typeface="DejaVu Sans"/>
                <a:ea typeface="DejaVu Sans"/>
                <a:cs typeface="DejaVu Sans"/>
              </a:defRPr>
            </a:lvl7pPr>
            <a:lvl8pPr>
              <a:defRPr sz="4800" b="1">
                <a:solidFill>
                  <a:srgbClr val="122D33"/>
                </a:solidFill>
                <a:latin typeface="DejaVu Sans"/>
                <a:ea typeface="DejaVu Sans"/>
                <a:cs typeface="DejaVu Sans"/>
              </a:defRPr>
            </a:lvl8pPr>
            <a:lvl9pPr>
              <a:defRPr sz="4800" b="1">
                <a:solidFill>
                  <a:srgbClr val="122D33"/>
                </a:solidFill>
                <a:latin typeface="DejaVu Sans"/>
                <a:ea typeface="DejaVu Sans"/>
                <a:cs typeface="DejaVu Sans"/>
              </a:defRPr>
            </a:lvl9pPr>
          </a:lstStyle>
          <a:p xmlns:a="http://schemas.openxmlformats.org/drawingml/2006/main">
            <a:pPr>
              <a:defRPr sz="4800" b="1">
                <a:solidFill>
                  <a:srgbClr val="122D33"/>
                </a:solidFill>
                <a:latin typeface="DejaVu Sans"/>
                <a:ea typeface="DejaVu Sans"/>
                <a:cs typeface="DejaVu Sans"/>
              </a:defRPr>
            </a:pPr>
            <a:r>
              <a:rPr sz="4800" b="1">
                <a:solidFill>
                  <a:srgbClr val="122D33"/>
                </a:solidFill>
                <a:latin typeface="DejaVu Sans"/>
                <a:ea typeface="DejaVu Sans"/>
                <a:cs typeface="DejaVu Sans"/>
              </a:rPr>
              <a:t>Decisions and</a:t>
            </a:r>
          </a:p>
          <a:p xmlns:a="http://schemas.openxmlformats.org/drawingml/2006/main">
            <a:pPr>
              <a:defRPr sz="4800" b="1">
                <a:solidFill>
                  <a:srgbClr val="122D33"/>
                </a:solidFill>
                <a:latin typeface="DejaVu Sans"/>
                <a:ea typeface="DejaVu Sans"/>
                <a:cs typeface="DejaVu Sans"/>
              </a:defRPr>
            </a:pPr>
            <a:r>
              <a:rPr sz="4800" b="1">
                <a:solidFill>
                  <a:srgbClr val="122D33"/>
                </a:solidFill>
                <a:latin typeface="DejaVu Sans"/>
                <a:ea typeface="DejaVu Sans"/>
                <a:cs typeface="DejaVu Sans"/>
              </a:rPr>
              <a:t>follow-up</a:t>
            </a:r>
          </a:p>
        </p:txBody>
      </p:sp>
      <p:sp>
        <p:nvSpPr>
          <p:cNvPr id="3" name="subtitle">
            <a:extLst xmlns:a="http://schemas.openxmlformats.org/drawingml/2006/main">
              <a:ext uri="{FF2B5EF4-FFF2-40B4-BE49-F238E27FC236}">
                <a16:creationId xmlns:a16="http://schemas.microsoft.com/office/drawing/2014/main" id="{16D51CA6-673D-4C67-B85A-906F499E11E4}"/>
              </a:ext>
            </a:extLst>
          </p:cNvPr>
          <p:cNvSpPr>
            <a:spLocks xmlns:a="http://schemas.openxmlformats.org/drawingml/2006/main" noGrp="1"/>
          </p:cNvSpPr>
          <p:nvPr/>
        </p:nvSpPr>
        <p:spPr>
          <a:xfrm xmlns:a="http://schemas.openxmlformats.org/drawingml/2006/main">
            <a:off x="685800" y="2828925"/>
            <a:ext cx="7810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4E6266"/>
                </a:solidFill>
                <a:latin typeface="DejaVu Sans"/>
                <a:ea typeface="DejaVu Sans"/>
                <a:cs typeface="DejaVu Sans"/>
              </a:defRPr>
            </a:defPPr>
            <a:lvl1pPr>
              <a:defRPr sz="1950" b="0">
                <a:solidFill>
                  <a:srgbClr val="4E6266"/>
                </a:solidFill>
                <a:latin typeface="DejaVu Sans"/>
                <a:ea typeface="DejaVu Sans"/>
                <a:cs typeface="DejaVu Sans"/>
              </a:defRPr>
            </a:lvl1pPr>
            <a:lvl2pPr>
              <a:defRPr sz="1950" b="0">
                <a:solidFill>
                  <a:srgbClr val="4E6266"/>
                </a:solidFill>
                <a:latin typeface="DejaVu Sans"/>
                <a:ea typeface="DejaVu Sans"/>
                <a:cs typeface="DejaVu Sans"/>
              </a:defRPr>
            </a:lvl2pPr>
            <a:lvl3pPr>
              <a:defRPr sz="1950" b="0">
                <a:solidFill>
                  <a:srgbClr val="4E6266"/>
                </a:solidFill>
                <a:latin typeface="DejaVu Sans"/>
                <a:ea typeface="DejaVu Sans"/>
                <a:cs typeface="DejaVu Sans"/>
              </a:defRPr>
            </a:lvl3pPr>
            <a:lvl4pPr>
              <a:defRPr sz="1950" b="0">
                <a:solidFill>
                  <a:srgbClr val="4E6266"/>
                </a:solidFill>
                <a:latin typeface="DejaVu Sans"/>
                <a:ea typeface="DejaVu Sans"/>
                <a:cs typeface="DejaVu Sans"/>
              </a:defRPr>
            </a:lvl4pPr>
            <a:lvl5pPr>
              <a:defRPr sz="1950" b="0">
                <a:solidFill>
                  <a:srgbClr val="4E6266"/>
                </a:solidFill>
                <a:latin typeface="DejaVu Sans"/>
                <a:ea typeface="DejaVu Sans"/>
                <a:cs typeface="DejaVu Sans"/>
              </a:defRPr>
            </a:lvl5pPr>
            <a:lvl6pPr>
              <a:defRPr sz="1950" b="0">
                <a:solidFill>
                  <a:srgbClr val="4E6266"/>
                </a:solidFill>
                <a:latin typeface="DejaVu Sans"/>
                <a:ea typeface="DejaVu Sans"/>
                <a:cs typeface="DejaVu Sans"/>
              </a:defRPr>
            </a:lvl6pPr>
            <a:lvl7pPr>
              <a:defRPr sz="1950" b="0">
                <a:solidFill>
                  <a:srgbClr val="4E6266"/>
                </a:solidFill>
                <a:latin typeface="DejaVu Sans"/>
                <a:ea typeface="DejaVu Sans"/>
                <a:cs typeface="DejaVu Sans"/>
              </a:defRPr>
            </a:lvl7pPr>
            <a:lvl8pPr>
              <a:defRPr sz="1950" b="0">
                <a:solidFill>
                  <a:srgbClr val="4E6266"/>
                </a:solidFill>
                <a:latin typeface="DejaVu Sans"/>
                <a:ea typeface="DejaVu Sans"/>
                <a:cs typeface="DejaVu Sans"/>
              </a:defRPr>
            </a:lvl8pPr>
            <a:lvl9pPr>
              <a:defRPr sz="1950" b="0">
                <a:solidFill>
                  <a:srgbClr val="4E6266"/>
                </a:solidFill>
                <a:latin typeface="DejaVu Sans"/>
                <a:ea typeface="DejaVu Sans"/>
                <a:cs typeface="DejaVu Sans"/>
              </a:defRPr>
            </a:lvl9pPr>
          </a:lstStyle>
          <a:p xmlns:a="http://schemas.openxmlformats.org/drawingml/2006/main">
            <a:pPr>
              <a:defRPr sz="1950" b="0">
                <a:solidFill>
                  <a:srgbClr val="4E6266"/>
                </a:solidFill>
                <a:latin typeface="DejaVu Sans"/>
                <a:ea typeface="DejaVu Sans"/>
                <a:cs typeface="DejaVu Sans"/>
              </a:defRPr>
            </a:pPr>
            <a:r>
              <a:rPr sz="1950" b="0">
                <a:solidFill>
                  <a:srgbClr val="4E6266"/>
                </a:solidFill>
                <a:latin typeface="DejaVu Sans"/>
                <a:ea typeface="DejaVu Sans"/>
                <a:cs typeface="DejaVu Sans"/>
              </a:rPr>
              <a:t>[What needs a decision before we finish?]</a:t>
            </a:r>
          </a:p>
        </p:txBody>
      </p:sp>
      <p:sp>
        <p:nvSpPr>
          <p:cNvPr id="4" name="page">
            <a:extLst xmlns:a="http://schemas.openxmlformats.org/drawingml/2006/main">
              <a:ext uri="{FF2B5EF4-FFF2-40B4-BE49-F238E27FC236}">
                <a16:creationId xmlns:a16="http://schemas.microsoft.com/office/drawing/2014/main" id="{4EF43BF0-5F0B-4B18-8211-0BC3BCD3B5AA}"/>
              </a:ext>
            </a:extLst>
          </p:cNvPr>
          <p:cNvSpPr>
            <a:spLocks xmlns:a="http://schemas.openxmlformats.org/drawingml/2006/main" noGrp="1"/>
          </p:cNvSpPr>
          <p:nvPr/>
        </p:nvSpPr>
        <p:spPr>
          <a:xfrm xmlns:a="http://schemas.openxmlformats.org/drawingml/2006/main">
            <a:off x="10953750" y="62293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4E6266"/>
                </a:solidFill>
                <a:latin typeface="DejaVu Sans"/>
                <a:ea typeface="DejaVu Sans"/>
                <a:cs typeface="DejaVu Sans"/>
              </a:defRPr>
            </a:defPPr>
            <a:lvl1pPr>
              <a:defRPr sz="1275" b="0">
                <a:solidFill>
                  <a:srgbClr val="4E6266"/>
                </a:solidFill>
                <a:latin typeface="DejaVu Sans"/>
                <a:ea typeface="DejaVu Sans"/>
                <a:cs typeface="DejaVu Sans"/>
              </a:defRPr>
            </a:lvl1pPr>
            <a:lvl2pPr>
              <a:defRPr sz="1275" b="0">
                <a:solidFill>
                  <a:srgbClr val="4E6266"/>
                </a:solidFill>
                <a:latin typeface="DejaVu Sans"/>
                <a:ea typeface="DejaVu Sans"/>
                <a:cs typeface="DejaVu Sans"/>
              </a:defRPr>
            </a:lvl2pPr>
            <a:lvl3pPr>
              <a:defRPr sz="1275" b="0">
                <a:solidFill>
                  <a:srgbClr val="4E6266"/>
                </a:solidFill>
                <a:latin typeface="DejaVu Sans"/>
                <a:ea typeface="DejaVu Sans"/>
                <a:cs typeface="DejaVu Sans"/>
              </a:defRPr>
            </a:lvl3pPr>
            <a:lvl4pPr>
              <a:defRPr sz="1275" b="0">
                <a:solidFill>
                  <a:srgbClr val="4E6266"/>
                </a:solidFill>
                <a:latin typeface="DejaVu Sans"/>
                <a:ea typeface="DejaVu Sans"/>
                <a:cs typeface="DejaVu Sans"/>
              </a:defRPr>
            </a:lvl4pPr>
            <a:lvl5pPr>
              <a:defRPr sz="1275" b="0">
                <a:solidFill>
                  <a:srgbClr val="4E6266"/>
                </a:solidFill>
                <a:latin typeface="DejaVu Sans"/>
                <a:ea typeface="DejaVu Sans"/>
                <a:cs typeface="DejaVu Sans"/>
              </a:defRPr>
            </a:lvl5pPr>
            <a:lvl6pPr>
              <a:defRPr sz="1275" b="0">
                <a:solidFill>
                  <a:srgbClr val="4E6266"/>
                </a:solidFill>
                <a:latin typeface="DejaVu Sans"/>
                <a:ea typeface="DejaVu Sans"/>
                <a:cs typeface="DejaVu Sans"/>
              </a:defRPr>
            </a:lvl6pPr>
            <a:lvl7pPr>
              <a:defRPr sz="1275" b="0">
                <a:solidFill>
                  <a:srgbClr val="4E6266"/>
                </a:solidFill>
                <a:latin typeface="DejaVu Sans"/>
                <a:ea typeface="DejaVu Sans"/>
                <a:cs typeface="DejaVu Sans"/>
              </a:defRPr>
            </a:lvl7pPr>
            <a:lvl8pPr>
              <a:defRPr sz="1275" b="0">
                <a:solidFill>
                  <a:srgbClr val="4E6266"/>
                </a:solidFill>
                <a:latin typeface="DejaVu Sans"/>
                <a:ea typeface="DejaVu Sans"/>
                <a:cs typeface="DejaVu Sans"/>
              </a:defRPr>
            </a:lvl8pPr>
            <a:lvl9pPr>
              <a:defRPr sz="1275" b="0">
                <a:solidFill>
                  <a:srgbClr val="4E6266"/>
                </a:solidFill>
                <a:latin typeface="DejaVu Sans"/>
                <a:ea typeface="DejaVu Sans"/>
                <a:cs typeface="DejaVu Sans"/>
              </a:defRPr>
            </a:lvl9pPr>
          </a:lstStyle>
          <a:p xmlns:a="http://schemas.openxmlformats.org/drawingml/2006/main">
            <a:pPr>
              <a:defRPr sz="1275" b="0">
                <a:solidFill>
                  <a:srgbClr val="4E6266"/>
                </a:solidFill>
                <a:latin typeface="DejaVu Sans"/>
                <a:ea typeface="DejaVu Sans"/>
                <a:cs typeface="DejaVu Sans"/>
              </a:defRPr>
            </a:pPr>
            <a:r>
              <a:rPr sz="1275" b="0">
                <a:solidFill>
                  <a:srgbClr val="4E6266"/>
                </a:solidFill>
                <a:latin typeface="DejaVu Sans"/>
                <a:ea typeface="DejaVu Sans"/>
                <a:cs typeface="DejaVu Sans"/>
              </a:rPr>
              <a:t>07</a:t>
            </a:r>
          </a:p>
        </p:txBody>
      </p:sp>
      <p:sp>
        <p:nvSpPr>
          <p:cNvPr id="5" name="meeting-footer">
            <a:extLst xmlns:a="http://schemas.openxmlformats.org/drawingml/2006/main">
              <a:ext uri="{FF2B5EF4-FFF2-40B4-BE49-F238E27FC236}">
                <a16:creationId xmlns:a16="http://schemas.microsoft.com/office/drawing/2014/main" id="{D7FD972E-E336-418F-B4DE-7B4625713034}"/>
              </a:ext>
            </a:extLst>
          </p:cNvPr>
          <p:cNvSpPr>
            <a:spLocks xmlns:a="http://schemas.openxmlformats.org/drawingml/2006/main" noGrp="1"/>
          </p:cNvSpPr>
          <p:nvPr/>
        </p:nvSpPr>
        <p:spPr>
          <a:xfrm xmlns:a="http://schemas.openxmlformats.org/drawingml/2006/main">
            <a:off x="685800" y="6229350"/>
            <a:ext cx="904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4E6266"/>
                </a:solidFill>
                <a:latin typeface="DejaVu Sans"/>
                <a:ea typeface="DejaVu Sans"/>
                <a:cs typeface="DejaVu Sans"/>
              </a:defRPr>
            </a:defPPr>
            <a:lvl1pPr>
              <a:defRPr sz="1275" b="0">
                <a:solidFill>
                  <a:srgbClr val="4E6266"/>
                </a:solidFill>
                <a:latin typeface="DejaVu Sans"/>
                <a:ea typeface="DejaVu Sans"/>
                <a:cs typeface="DejaVu Sans"/>
              </a:defRPr>
            </a:lvl1pPr>
            <a:lvl2pPr>
              <a:defRPr sz="1275" b="0">
                <a:solidFill>
                  <a:srgbClr val="4E6266"/>
                </a:solidFill>
                <a:latin typeface="DejaVu Sans"/>
                <a:ea typeface="DejaVu Sans"/>
                <a:cs typeface="DejaVu Sans"/>
              </a:defRPr>
            </a:lvl2pPr>
            <a:lvl3pPr>
              <a:defRPr sz="1275" b="0">
                <a:solidFill>
                  <a:srgbClr val="4E6266"/>
                </a:solidFill>
                <a:latin typeface="DejaVu Sans"/>
                <a:ea typeface="DejaVu Sans"/>
                <a:cs typeface="DejaVu Sans"/>
              </a:defRPr>
            </a:lvl3pPr>
            <a:lvl4pPr>
              <a:defRPr sz="1275" b="0">
                <a:solidFill>
                  <a:srgbClr val="4E6266"/>
                </a:solidFill>
                <a:latin typeface="DejaVu Sans"/>
                <a:ea typeface="DejaVu Sans"/>
                <a:cs typeface="DejaVu Sans"/>
              </a:defRPr>
            </a:lvl4pPr>
            <a:lvl5pPr>
              <a:defRPr sz="1275" b="0">
                <a:solidFill>
                  <a:srgbClr val="4E6266"/>
                </a:solidFill>
                <a:latin typeface="DejaVu Sans"/>
                <a:ea typeface="DejaVu Sans"/>
                <a:cs typeface="DejaVu Sans"/>
              </a:defRPr>
            </a:lvl5pPr>
            <a:lvl6pPr>
              <a:defRPr sz="1275" b="0">
                <a:solidFill>
                  <a:srgbClr val="4E6266"/>
                </a:solidFill>
                <a:latin typeface="DejaVu Sans"/>
                <a:ea typeface="DejaVu Sans"/>
                <a:cs typeface="DejaVu Sans"/>
              </a:defRPr>
            </a:lvl6pPr>
            <a:lvl7pPr>
              <a:defRPr sz="1275" b="0">
                <a:solidFill>
                  <a:srgbClr val="4E6266"/>
                </a:solidFill>
                <a:latin typeface="DejaVu Sans"/>
                <a:ea typeface="DejaVu Sans"/>
                <a:cs typeface="DejaVu Sans"/>
              </a:defRPr>
            </a:lvl7pPr>
            <a:lvl8pPr>
              <a:defRPr sz="1275" b="0">
                <a:solidFill>
                  <a:srgbClr val="4E6266"/>
                </a:solidFill>
                <a:latin typeface="DejaVu Sans"/>
                <a:ea typeface="DejaVu Sans"/>
                <a:cs typeface="DejaVu Sans"/>
              </a:defRPr>
            </a:lvl8pPr>
            <a:lvl9pPr>
              <a:defRPr sz="1275" b="0">
                <a:solidFill>
                  <a:srgbClr val="4E6266"/>
                </a:solidFill>
                <a:latin typeface="DejaVu Sans"/>
                <a:ea typeface="DejaVu Sans"/>
                <a:cs typeface="DejaVu Sans"/>
              </a:defRPr>
            </a:lvl9pPr>
          </a:lstStyle>
          <a:p xmlns:a="http://schemas.openxmlformats.org/drawingml/2006/main">
            <a:pPr>
              <a:defRPr sz="1275" b="0">
                <a:solidFill>
                  <a:srgbClr val="4E6266"/>
                </a:solidFill>
                <a:latin typeface="DejaVu Sans"/>
                <a:ea typeface="DejaVu Sans"/>
                <a:cs typeface="DejaVu Sans"/>
              </a:defRPr>
            </a:pPr>
            <a:r>
              <a:rPr sz="1275" b="0">
                <a:solidFill>
                  <a:srgbClr val="4E6266"/>
                </a:solidFill>
                <a:latin typeface="DejaVu Sans"/>
                <a:ea typeface="DejaVu Sans"/>
                <a:cs typeface="DejaVu Sans"/>
              </a:rPr>
              <a:t>[TEAM NAME]   /   [MEETING DATE]</a:t>
            </a:r>
          </a:p>
        </p:txBody>
      </p:sp>
      <p:sp>
        <p:nvSpPr>
          <p:cNvPr id="6" name="decisions">
            <a:extLst xmlns:a="http://schemas.openxmlformats.org/drawingml/2006/main">
              <a:ext uri="{FF2B5EF4-FFF2-40B4-BE49-F238E27FC236}">
                <a16:creationId xmlns:a16="http://schemas.microsoft.com/office/drawing/2014/main" id="{DF4103CE-C726-4BB9-B8BD-19900FDD0C0C}"/>
              </a:ext>
            </a:extLst>
          </p:cNvPr>
          <p:cNvSpPr>
            <a:spLocks xmlns:a="http://schemas.openxmlformats.org/drawingml/2006/main" noGrp="1"/>
          </p:cNvSpPr>
          <p:nvPr/>
        </p:nvSpPr>
        <p:spPr>
          <a:xfrm xmlns:a="http://schemas.openxmlformats.org/drawingml/2006/main">
            <a:off x="685800" y="4181475"/>
            <a:ext cx="8382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122D33"/>
                </a:solidFill>
                <a:latin typeface="DejaVu Sans"/>
                <a:ea typeface="DejaVu Sans"/>
                <a:cs typeface="DejaVu Sans"/>
              </a:defRPr>
            </a:defPPr>
            <a:lvl1pPr>
              <a:defRPr sz="2100" b="0">
                <a:solidFill>
                  <a:srgbClr val="122D33"/>
                </a:solidFill>
                <a:latin typeface="DejaVu Sans"/>
                <a:ea typeface="DejaVu Sans"/>
                <a:cs typeface="DejaVu Sans"/>
              </a:defRPr>
            </a:lvl1pPr>
            <a:lvl2pPr>
              <a:defRPr sz="2100" b="0">
                <a:solidFill>
                  <a:srgbClr val="122D33"/>
                </a:solidFill>
                <a:latin typeface="DejaVu Sans"/>
                <a:ea typeface="DejaVu Sans"/>
                <a:cs typeface="DejaVu Sans"/>
              </a:defRPr>
            </a:lvl2pPr>
            <a:lvl3pPr>
              <a:defRPr sz="2100" b="0">
                <a:solidFill>
                  <a:srgbClr val="122D33"/>
                </a:solidFill>
                <a:latin typeface="DejaVu Sans"/>
                <a:ea typeface="DejaVu Sans"/>
                <a:cs typeface="DejaVu Sans"/>
              </a:defRPr>
            </a:lvl3pPr>
            <a:lvl4pPr>
              <a:defRPr sz="2100" b="0">
                <a:solidFill>
                  <a:srgbClr val="122D33"/>
                </a:solidFill>
                <a:latin typeface="DejaVu Sans"/>
                <a:ea typeface="DejaVu Sans"/>
                <a:cs typeface="DejaVu Sans"/>
              </a:defRPr>
            </a:lvl4pPr>
            <a:lvl5pPr>
              <a:defRPr sz="2100" b="0">
                <a:solidFill>
                  <a:srgbClr val="122D33"/>
                </a:solidFill>
                <a:latin typeface="DejaVu Sans"/>
                <a:ea typeface="DejaVu Sans"/>
                <a:cs typeface="DejaVu Sans"/>
              </a:defRPr>
            </a:lvl5pPr>
            <a:lvl6pPr>
              <a:defRPr sz="2100" b="0">
                <a:solidFill>
                  <a:srgbClr val="122D33"/>
                </a:solidFill>
                <a:latin typeface="DejaVu Sans"/>
                <a:ea typeface="DejaVu Sans"/>
                <a:cs typeface="DejaVu Sans"/>
              </a:defRPr>
            </a:lvl6pPr>
            <a:lvl7pPr>
              <a:defRPr sz="2100" b="0">
                <a:solidFill>
                  <a:srgbClr val="122D33"/>
                </a:solidFill>
                <a:latin typeface="DejaVu Sans"/>
                <a:ea typeface="DejaVu Sans"/>
                <a:cs typeface="DejaVu Sans"/>
              </a:defRPr>
            </a:lvl7pPr>
            <a:lvl8pPr>
              <a:defRPr sz="2100" b="0">
                <a:solidFill>
                  <a:srgbClr val="122D33"/>
                </a:solidFill>
                <a:latin typeface="DejaVu Sans"/>
                <a:ea typeface="DejaVu Sans"/>
                <a:cs typeface="DejaVu Sans"/>
              </a:defRPr>
            </a:lvl8pPr>
            <a:lvl9pPr>
              <a:defRPr sz="2100" b="0">
                <a:solidFill>
                  <a:srgbClr val="122D33"/>
                </a:solidFill>
                <a:latin typeface="DejaVu Sans"/>
                <a:ea typeface="DejaVu Sans"/>
                <a:cs typeface="DejaVu Sans"/>
              </a:defRPr>
            </a:lvl9pPr>
          </a:lstStyle>
          <a:p xmlns:a="http://schemas.openxmlformats.org/drawingml/2006/main">
            <a:pPr>
              <a:defRPr sz="2100" b="0">
                <a:solidFill>
                  <a:srgbClr val="122D33"/>
                </a:solidFill>
                <a:latin typeface="DejaVu Sans"/>
                <a:ea typeface="DejaVu Sans"/>
                <a:cs typeface="DejaVu Sans"/>
              </a:defRPr>
            </a:pPr>
            <a:r>
              <a:rPr sz="2100" b="0">
                <a:solidFill>
                  <a:srgbClr val="122D33"/>
                </a:solidFill>
                <a:latin typeface="DejaVu Sans"/>
                <a:ea typeface="DejaVu Sans"/>
                <a:cs typeface="DejaVu Sans"/>
              </a:rPr>
              <a:t>Decision: [what we agreed]</a:t>
            </a:r>
          </a:p>
          <a:p xmlns:a="http://schemas.openxmlformats.org/drawingml/2006/main">
            <a:pPr>
              <a:defRPr sz="2100" b="0">
                <a:solidFill>
                  <a:srgbClr val="122D33"/>
                </a:solidFill>
                <a:latin typeface="DejaVu Sans"/>
                <a:ea typeface="DejaVu Sans"/>
                <a:cs typeface="DejaVu Sans"/>
              </a:defRPr>
            </a:pPr>
            <a:r>
              <a:rPr sz="2100" b="0">
                <a:solidFill>
                  <a:srgbClr val="122D33"/>
                </a:solidFill>
                <a:latin typeface="DejaVu Sans"/>
                <a:ea typeface="DejaVu Sans"/>
                <a:cs typeface="DejaVu Sans"/>
              </a:rPr>
              <a:t>Owner: [who will follow up]</a:t>
            </a:r>
          </a:p>
          <a:p xmlns:a="http://schemas.openxmlformats.org/drawingml/2006/main">
            <a:pPr>
              <a:defRPr sz="2100" b="0">
                <a:solidFill>
                  <a:srgbClr val="122D33"/>
                </a:solidFill>
                <a:latin typeface="DejaVu Sans"/>
                <a:ea typeface="DejaVu Sans"/>
                <a:cs typeface="DejaVu Sans"/>
              </a:defRPr>
            </a:pPr>
            <a:r>
              <a:rPr sz="2100" b="0">
                <a:solidFill>
                  <a:srgbClr val="122D33"/>
                </a:solidFill>
                <a:latin typeface="DejaVu Sans"/>
                <a:ea typeface="DejaVu Sans"/>
                <a:cs typeface="DejaVu Sans"/>
              </a:rPr>
              <a:t>Next check-in: [date]</a:t>
            </a:r>
          </a:p>
        </p:txBody>
      </p:sp>
    </p:spTree>
    <p:extLst>
      <p:ext uri="{BB962C8B-B14F-4D97-AF65-F5344CB8AC3E}">
        <p14:creationId xmlns:p14="http://schemas.microsoft.com/office/powerpoint/2010/main" val="1551125753"/>
      </p:ext>
    </p:extLst>
  </p:cSld>
</p:sld>
</file>

<file path=ppt/slides/slide8.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8" name="label">
            <a:extLst xmlns:a="http://schemas.openxmlformats.org/drawingml/2006/main">
              <a:ext uri="{FF2B5EF4-FFF2-40B4-BE49-F238E27FC236}">
                <a16:creationId xmlns:a16="http://schemas.microsoft.com/office/drawing/2014/main" id="{E7058C15-858F-4E6B-B159-A04ADF191287}"/>
              </a:ext>
            </a:extLst>
          </p:cNvPr>
          <p:cNvSpPr>
            <a:spLocks xmlns:a="http://schemas.openxmlformats.org/drawingml/2006/main" noGrp="1"/>
          </p:cNvSpPr>
          <p:nvPr/>
        </p:nvSpPr>
        <p:spPr>
          <a:xfrm xmlns:a="http://schemas.openxmlformats.org/drawingml/2006/main">
            <a:off x="685800" y="457200"/>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087E75"/>
                </a:solidFill>
                <a:latin typeface="DejaVu Sans"/>
                <a:ea typeface="DejaVu Sans"/>
                <a:cs typeface="DejaVu Sans"/>
              </a:defRPr>
            </a:defPPr>
            <a:lvl1pPr>
              <a:defRPr sz="1275" b="1">
                <a:solidFill>
                  <a:srgbClr val="087E75"/>
                </a:solidFill>
                <a:latin typeface="DejaVu Sans"/>
                <a:ea typeface="DejaVu Sans"/>
                <a:cs typeface="DejaVu Sans"/>
              </a:defRPr>
            </a:lvl1pPr>
            <a:lvl2pPr>
              <a:defRPr sz="1275" b="1">
                <a:solidFill>
                  <a:srgbClr val="087E75"/>
                </a:solidFill>
                <a:latin typeface="DejaVu Sans"/>
                <a:ea typeface="DejaVu Sans"/>
                <a:cs typeface="DejaVu Sans"/>
              </a:defRPr>
            </a:lvl2pPr>
            <a:lvl3pPr>
              <a:defRPr sz="1275" b="1">
                <a:solidFill>
                  <a:srgbClr val="087E75"/>
                </a:solidFill>
                <a:latin typeface="DejaVu Sans"/>
                <a:ea typeface="DejaVu Sans"/>
                <a:cs typeface="DejaVu Sans"/>
              </a:defRPr>
            </a:lvl3pPr>
            <a:lvl4pPr>
              <a:defRPr sz="1275" b="1">
                <a:solidFill>
                  <a:srgbClr val="087E75"/>
                </a:solidFill>
                <a:latin typeface="DejaVu Sans"/>
                <a:ea typeface="DejaVu Sans"/>
                <a:cs typeface="DejaVu Sans"/>
              </a:defRPr>
            </a:lvl4pPr>
            <a:lvl5pPr>
              <a:defRPr sz="1275" b="1">
                <a:solidFill>
                  <a:srgbClr val="087E75"/>
                </a:solidFill>
                <a:latin typeface="DejaVu Sans"/>
                <a:ea typeface="DejaVu Sans"/>
                <a:cs typeface="DejaVu Sans"/>
              </a:defRPr>
            </a:lvl5pPr>
            <a:lvl6pPr>
              <a:defRPr sz="1275" b="1">
                <a:solidFill>
                  <a:srgbClr val="087E75"/>
                </a:solidFill>
                <a:latin typeface="DejaVu Sans"/>
                <a:ea typeface="DejaVu Sans"/>
                <a:cs typeface="DejaVu Sans"/>
              </a:defRPr>
            </a:lvl6pPr>
            <a:lvl7pPr>
              <a:defRPr sz="1275" b="1">
                <a:solidFill>
                  <a:srgbClr val="087E75"/>
                </a:solidFill>
                <a:latin typeface="DejaVu Sans"/>
                <a:ea typeface="DejaVu Sans"/>
                <a:cs typeface="DejaVu Sans"/>
              </a:defRPr>
            </a:lvl7pPr>
            <a:lvl8pPr>
              <a:defRPr sz="1275" b="1">
                <a:solidFill>
                  <a:srgbClr val="087E75"/>
                </a:solidFill>
                <a:latin typeface="DejaVu Sans"/>
                <a:ea typeface="DejaVu Sans"/>
                <a:cs typeface="DejaVu Sans"/>
              </a:defRPr>
            </a:lvl8pPr>
            <a:lvl9pPr>
              <a:defRPr sz="1275" b="1">
                <a:solidFill>
                  <a:srgbClr val="087E75"/>
                </a:solidFill>
                <a:latin typeface="DejaVu Sans"/>
                <a:ea typeface="DejaVu Sans"/>
                <a:cs typeface="DejaVu Sans"/>
              </a:defRPr>
            </a:lvl9pPr>
          </a:lstStyle>
          <a:p xmlns:a="http://schemas.openxmlformats.org/drawingml/2006/main">
            <a:pPr>
              <a:defRPr sz="1275" b="1">
                <a:solidFill>
                  <a:srgbClr val="087E75"/>
                </a:solidFill>
                <a:latin typeface="DejaVu Sans"/>
                <a:ea typeface="DejaVu Sans"/>
                <a:cs typeface="DejaVu Sans"/>
              </a:defRPr>
            </a:pPr>
            <a:r>
              <a:rPr sz="1275" b="1">
                <a:solidFill>
                  <a:srgbClr val="087E75"/>
                </a:solidFill>
                <a:latin typeface="DejaVu Sans"/>
                <a:ea typeface="DejaVu Sans"/>
                <a:cs typeface="DejaVu Sans"/>
              </a:rPr>
              <a:t>OPTIONAL RESOURCE</a:t>
            </a:r>
          </a:p>
        </p:txBody>
      </p:sp>
      <p:sp>
        <p:nvSpPr>
          <p:cNvPr id="2" name="title">
            <a:extLst xmlns:a="http://schemas.openxmlformats.org/drawingml/2006/main">
              <a:ext uri="{FF2B5EF4-FFF2-40B4-BE49-F238E27FC236}">
                <a16:creationId xmlns:a16="http://schemas.microsoft.com/office/drawing/2014/main" id="{4DDD85D9-F557-4F20-B5CA-8B5C897A9C2A}"/>
              </a:ext>
            </a:extLst>
          </p:cNvPr>
          <p:cNvSpPr>
            <a:spLocks xmlns:a="http://schemas.openxmlformats.org/drawingml/2006/main" noGrp="1"/>
          </p:cNvSpPr>
          <p:nvPr/>
        </p:nvSpPr>
        <p:spPr>
          <a:xfrm xmlns:a="http://schemas.openxmlformats.org/drawingml/2006/main">
            <a:off x="685800" y="1257300"/>
            <a:ext cx="8001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800" b="1">
                <a:solidFill>
                  <a:srgbClr val="122D33"/>
                </a:solidFill>
                <a:latin typeface="DejaVu Sans"/>
                <a:ea typeface="DejaVu Sans"/>
                <a:cs typeface="DejaVu Sans"/>
              </a:defRPr>
            </a:defPPr>
            <a:lvl1pPr>
              <a:defRPr sz="4800" b="1">
                <a:solidFill>
                  <a:srgbClr val="122D33"/>
                </a:solidFill>
                <a:latin typeface="DejaVu Sans"/>
                <a:ea typeface="DejaVu Sans"/>
                <a:cs typeface="DejaVu Sans"/>
              </a:defRPr>
            </a:lvl1pPr>
            <a:lvl2pPr>
              <a:defRPr sz="4800" b="1">
                <a:solidFill>
                  <a:srgbClr val="122D33"/>
                </a:solidFill>
                <a:latin typeface="DejaVu Sans"/>
                <a:ea typeface="DejaVu Sans"/>
                <a:cs typeface="DejaVu Sans"/>
              </a:defRPr>
            </a:lvl2pPr>
            <a:lvl3pPr>
              <a:defRPr sz="4800" b="1">
                <a:solidFill>
                  <a:srgbClr val="122D33"/>
                </a:solidFill>
                <a:latin typeface="DejaVu Sans"/>
                <a:ea typeface="DejaVu Sans"/>
                <a:cs typeface="DejaVu Sans"/>
              </a:defRPr>
            </a:lvl3pPr>
            <a:lvl4pPr>
              <a:defRPr sz="4800" b="1">
                <a:solidFill>
                  <a:srgbClr val="122D33"/>
                </a:solidFill>
                <a:latin typeface="DejaVu Sans"/>
                <a:ea typeface="DejaVu Sans"/>
                <a:cs typeface="DejaVu Sans"/>
              </a:defRPr>
            </a:lvl4pPr>
            <a:lvl5pPr>
              <a:defRPr sz="4800" b="1">
                <a:solidFill>
                  <a:srgbClr val="122D33"/>
                </a:solidFill>
                <a:latin typeface="DejaVu Sans"/>
                <a:ea typeface="DejaVu Sans"/>
                <a:cs typeface="DejaVu Sans"/>
              </a:defRPr>
            </a:lvl5pPr>
            <a:lvl6pPr>
              <a:defRPr sz="4800" b="1">
                <a:solidFill>
                  <a:srgbClr val="122D33"/>
                </a:solidFill>
                <a:latin typeface="DejaVu Sans"/>
                <a:ea typeface="DejaVu Sans"/>
                <a:cs typeface="DejaVu Sans"/>
              </a:defRPr>
            </a:lvl6pPr>
            <a:lvl7pPr>
              <a:defRPr sz="4800" b="1">
                <a:solidFill>
                  <a:srgbClr val="122D33"/>
                </a:solidFill>
                <a:latin typeface="DejaVu Sans"/>
                <a:ea typeface="DejaVu Sans"/>
                <a:cs typeface="DejaVu Sans"/>
              </a:defRPr>
            </a:lvl7pPr>
            <a:lvl8pPr>
              <a:defRPr sz="4800" b="1">
                <a:solidFill>
                  <a:srgbClr val="122D33"/>
                </a:solidFill>
                <a:latin typeface="DejaVu Sans"/>
                <a:ea typeface="DejaVu Sans"/>
                <a:cs typeface="DejaVu Sans"/>
              </a:defRPr>
            </a:lvl8pPr>
            <a:lvl9pPr>
              <a:defRPr sz="4800" b="1">
                <a:solidFill>
                  <a:srgbClr val="122D33"/>
                </a:solidFill>
                <a:latin typeface="DejaVu Sans"/>
                <a:ea typeface="DejaVu Sans"/>
                <a:cs typeface="DejaVu Sans"/>
              </a:defRPr>
            </a:lvl9pPr>
          </a:lstStyle>
          <a:p xmlns:a="http://schemas.openxmlformats.org/drawingml/2006/main">
            <a:pPr>
              <a:defRPr sz="4800" b="1">
                <a:solidFill>
                  <a:srgbClr val="122D33"/>
                </a:solidFill>
                <a:latin typeface="DejaVu Sans"/>
                <a:ea typeface="DejaVu Sans"/>
                <a:cs typeface="DejaVu Sans"/>
              </a:defRPr>
            </a:pPr>
            <a:r>
              <a:rPr sz="4800" b="1">
                <a:solidFill>
                  <a:srgbClr val="122D33"/>
                </a:solidFill>
                <a:latin typeface="DejaVu Sans"/>
                <a:ea typeface="DejaVu Sans"/>
                <a:cs typeface="DejaVu Sans"/>
              </a:rPr>
              <a:t>A timer for the</a:t>
            </a:r>
          </a:p>
          <a:p xmlns:a="http://schemas.openxmlformats.org/drawingml/2006/main">
            <a:pPr>
              <a:defRPr sz="4800" b="1">
                <a:solidFill>
                  <a:srgbClr val="122D33"/>
                </a:solidFill>
                <a:latin typeface="DejaVu Sans"/>
                <a:ea typeface="DejaVu Sans"/>
                <a:cs typeface="DejaVu Sans"/>
              </a:defRPr>
            </a:pPr>
            <a:r>
              <a:rPr sz="4800" b="1">
                <a:solidFill>
                  <a:srgbClr val="122D33"/>
                </a:solidFill>
                <a:latin typeface="DejaVu Sans"/>
                <a:ea typeface="DejaVu Sans"/>
                <a:cs typeface="DejaVu Sans"/>
              </a:rPr>
              <a:t>shared deck</a:t>
            </a:r>
          </a:p>
        </p:txBody>
      </p:sp>
      <p:sp>
        <p:nvSpPr>
          <p:cNvPr id="3" name="subtitle">
            <a:extLst xmlns:a="http://schemas.openxmlformats.org/drawingml/2006/main">
              <a:ext uri="{FF2B5EF4-FFF2-40B4-BE49-F238E27FC236}">
                <a16:creationId xmlns:a16="http://schemas.microsoft.com/office/drawing/2014/main" id="{210B2E86-3F8E-462A-B56D-7FFD13846812}"/>
              </a:ext>
            </a:extLst>
          </p:cNvPr>
          <p:cNvSpPr>
            <a:spLocks xmlns:a="http://schemas.openxmlformats.org/drawingml/2006/main" noGrp="1"/>
          </p:cNvSpPr>
          <p:nvPr/>
        </p:nvSpPr>
        <p:spPr>
          <a:xfrm xmlns:a="http://schemas.openxmlformats.org/drawingml/2006/main">
            <a:off x="685800" y="2828925"/>
            <a:ext cx="7810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4E6266"/>
                </a:solidFill>
                <a:latin typeface="DejaVu Sans"/>
                <a:ea typeface="DejaVu Sans"/>
                <a:cs typeface="DejaVu Sans"/>
              </a:defRPr>
            </a:defPPr>
            <a:lvl1pPr>
              <a:defRPr sz="1950" b="0">
                <a:solidFill>
                  <a:srgbClr val="4E6266"/>
                </a:solidFill>
                <a:latin typeface="DejaVu Sans"/>
                <a:ea typeface="DejaVu Sans"/>
                <a:cs typeface="DejaVu Sans"/>
              </a:defRPr>
            </a:lvl1pPr>
            <a:lvl2pPr>
              <a:defRPr sz="1950" b="0">
                <a:solidFill>
                  <a:srgbClr val="4E6266"/>
                </a:solidFill>
                <a:latin typeface="DejaVu Sans"/>
                <a:ea typeface="DejaVu Sans"/>
                <a:cs typeface="DejaVu Sans"/>
              </a:defRPr>
            </a:lvl2pPr>
            <a:lvl3pPr>
              <a:defRPr sz="1950" b="0">
                <a:solidFill>
                  <a:srgbClr val="4E6266"/>
                </a:solidFill>
                <a:latin typeface="DejaVu Sans"/>
                <a:ea typeface="DejaVu Sans"/>
                <a:cs typeface="DejaVu Sans"/>
              </a:defRPr>
            </a:lvl3pPr>
            <a:lvl4pPr>
              <a:defRPr sz="1950" b="0">
                <a:solidFill>
                  <a:srgbClr val="4E6266"/>
                </a:solidFill>
                <a:latin typeface="DejaVu Sans"/>
                <a:ea typeface="DejaVu Sans"/>
                <a:cs typeface="DejaVu Sans"/>
              </a:defRPr>
            </a:lvl4pPr>
            <a:lvl5pPr>
              <a:defRPr sz="1950" b="0">
                <a:solidFill>
                  <a:srgbClr val="4E6266"/>
                </a:solidFill>
                <a:latin typeface="DejaVu Sans"/>
                <a:ea typeface="DejaVu Sans"/>
                <a:cs typeface="DejaVu Sans"/>
              </a:defRPr>
            </a:lvl5pPr>
            <a:lvl6pPr>
              <a:defRPr sz="1950" b="0">
                <a:solidFill>
                  <a:srgbClr val="4E6266"/>
                </a:solidFill>
                <a:latin typeface="DejaVu Sans"/>
                <a:ea typeface="DejaVu Sans"/>
                <a:cs typeface="DejaVu Sans"/>
              </a:defRPr>
            </a:lvl6pPr>
            <a:lvl7pPr>
              <a:defRPr sz="1950" b="0">
                <a:solidFill>
                  <a:srgbClr val="4E6266"/>
                </a:solidFill>
                <a:latin typeface="DejaVu Sans"/>
                <a:ea typeface="DejaVu Sans"/>
                <a:cs typeface="DejaVu Sans"/>
              </a:defRPr>
            </a:lvl7pPr>
            <a:lvl8pPr>
              <a:defRPr sz="1950" b="0">
                <a:solidFill>
                  <a:srgbClr val="4E6266"/>
                </a:solidFill>
                <a:latin typeface="DejaVu Sans"/>
                <a:ea typeface="DejaVu Sans"/>
                <a:cs typeface="DejaVu Sans"/>
              </a:defRPr>
            </a:lvl8pPr>
            <a:lvl9pPr>
              <a:defRPr sz="1950" b="0">
                <a:solidFill>
                  <a:srgbClr val="4E6266"/>
                </a:solidFill>
                <a:latin typeface="DejaVu Sans"/>
                <a:ea typeface="DejaVu Sans"/>
                <a:cs typeface="DejaVu Sans"/>
              </a:defRPr>
            </a:lvl9pPr>
          </a:lstStyle>
          <a:p xmlns:a="http://schemas.openxmlformats.org/drawingml/2006/main">
            <a:pPr>
              <a:defRPr sz="1950" b="0">
                <a:solidFill>
                  <a:srgbClr val="4E6266"/>
                </a:solidFill>
                <a:latin typeface="DejaVu Sans"/>
                <a:ea typeface="DejaVu Sans"/>
                <a:cs typeface="DejaVu Sans"/>
              </a:defRPr>
            </a:pPr>
            <a:r>
              <a:rPr sz="1950" b="0">
                <a:solidFill>
                  <a:srgbClr val="4E6266"/>
                </a:solidFill>
                <a:latin typeface="DejaVu Sans"/>
                <a:ea typeface="DejaVu Sans"/>
                <a:cs typeface="DejaVu Sans"/>
              </a:rPr>
              <a:t>Meeting Timer Overlay for Google Slides</a:t>
            </a:r>
          </a:p>
        </p:txBody>
      </p:sp>
      <p:sp>
        <p:nvSpPr>
          <p:cNvPr id="4" name="page">
            <a:extLst xmlns:a="http://schemas.openxmlformats.org/drawingml/2006/main">
              <a:ext uri="{FF2B5EF4-FFF2-40B4-BE49-F238E27FC236}">
                <a16:creationId xmlns:a16="http://schemas.microsoft.com/office/drawing/2014/main" id="{996B37B4-D927-4AD4-8475-849D90E18CAE}"/>
              </a:ext>
            </a:extLst>
          </p:cNvPr>
          <p:cNvSpPr>
            <a:spLocks xmlns:a="http://schemas.openxmlformats.org/drawingml/2006/main" noGrp="1"/>
          </p:cNvSpPr>
          <p:nvPr/>
        </p:nvSpPr>
        <p:spPr>
          <a:xfrm xmlns:a="http://schemas.openxmlformats.org/drawingml/2006/main">
            <a:off x="10953750" y="62293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4E6266"/>
                </a:solidFill>
                <a:latin typeface="DejaVu Sans"/>
                <a:ea typeface="DejaVu Sans"/>
                <a:cs typeface="DejaVu Sans"/>
              </a:defRPr>
            </a:defPPr>
            <a:lvl1pPr>
              <a:defRPr sz="1275" b="0">
                <a:solidFill>
                  <a:srgbClr val="4E6266"/>
                </a:solidFill>
                <a:latin typeface="DejaVu Sans"/>
                <a:ea typeface="DejaVu Sans"/>
                <a:cs typeface="DejaVu Sans"/>
              </a:defRPr>
            </a:lvl1pPr>
            <a:lvl2pPr>
              <a:defRPr sz="1275" b="0">
                <a:solidFill>
                  <a:srgbClr val="4E6266"/>
                </a:solidFill>
                <a:latin typeface="DejaVu Sans"/>
                <a:ea typeface="DejaVu Sans"/>
                <a:cs typeface="DejaVu Sans"/>
              </a:defRPr>
            </a:lvl2pPr>
            <a:lvl3pPr>
              <a:defRPr sz="1275" b="0">
                <a:solidFill>
                  <a:srgbClr val="4E6266"/>
                </a:solidFill>
                <a:latin typeface="DejaVu Sans"/>
                <a:ea typeface="DejaVu Sans"/>
                <a:cs typeface="DejaVu Sans"/>
              </a:defRPr>
            </a:lvl3pPr>
            <a:lvl4pPr>
              <a:defRPr sz="1275" b="0">
                <a:solidFill>
                  <a:srgbClr val="4E6266"/>
                </a:solidFill>
                <a:latin typeface="DejaVu Sans"/>
                <a:ea typeface="DejaVu Sans"/>
                <a:cs typeface="DejaVu Sans"/>
              </a:defRPr>
            </a:lvl4pPr>
            <a:lvl5pPr>
              <a:defRPr sz="1275" b="0">
                <a:solidFill>
                  <a:srgbClr val="4E6266"/>
                </a:solidFill>
                <a:latin typeface="DejaVu Sans"/>
                <a:ea typeface="DejaVu Sans"/>
                <a:cs typeface="DejaVu Sans"/>
              </a:defRPr>
            </a:lvl5pPr>
            <a:lvl6pPr>
              <a:defRPr sz="1275" b="0">
                <a:solidFill>
                  <a:srgbClr val="4E6266"/>
                </a:solidFill>
                <a:latin typeface="DejaVu Sans"/>
                <a:ea typeface="DejaVu Sans"/>
                <a:cs typeface="DejaVu Sans"/>
              </a:defRPr>
            </a:lvl6pPr>
            <a:lvl7pPr>
              <a:defRPr sz="1275" b="0">
                <a:solidFill>
                  <a:srgbClr val="4E6266"/>
                </a:solidFill>
                <a:latin typeface="DejaVu Sans"/>
                <a:ea typeface="DejaVu Sans"/>
                <a:cs typeface="DejaVu Sans"/>
              </a:defRPr>
            </a:lvl7pPr>
            <a:lvl8pPr>
              <a:defRPr sz="1275" b="0">
                <a:solidFill>
                  <a:srgbClr val="4E6266"/>
                </a:solidFill>
                <a:latin typeface="DejaVu Sans"/>
                <a:ea typeface="DejaVu Sans"/>
                <a:cs typeface="DejaVu Sans"/>
              </a:defRPr>
            </a:lvl8pPr>
            <a:lvl9pPr>
              <a:defRPr sz="1275" b="0">
                <a:solidFill>
                  <a:srgbClr val="4E6266"/>
                </a:solidFill>
                <a:latin typeface="DejaVu Sans"/>
                <a:ea typeface="DejaVu Sans"/>
                <a:cs typeface="DejaVu Sans"/>
              </a:defRPr>
            </a:lvl9pPr>
          </a:lstStyle>
          <a:p xmlns:a="http://schemas.openxmlformats.org/drawingml/2006/main">
            <a:pPr>
              <a:defRPr sz="1275" b="0">
                <a:solidFill>
                  <a:srgbClr val="4E6266"/>
                </a:solidFill>
                <a:latin typeface="DejaVu Sans"/>
                <a:ea typeface="DejaVu Sans"/>
                <a:cs typeface="DejaVu Sans"/>
              </a:defRPr>
            </a:pPr>
            <a:r>
              <a:rPr sz="1275" b="0">
                <a:solidFill>
                  <a:srgbClr val="4E6266"/>
                </a:solidFill>
                <a:latin typeface="DejaVu Sans"/>
                <a:ea typeface="DejaVu Sans"/>
                <a:cs typeface="DejaVu Sans"/>
              </a:rPr>
              <a:t>08</a:t>
            </a:r>
          </a:p>
        </p:txBody>
      </p:sp>
      <p:sp>
        <p:nvSpPr>
          <p:cNvPr id="5" name="meeting-footer">
            <a:extLst xmlns:a="http://schemas.openxmlformats.org/drawingml/2006/main">
              <a:ext uri="{FF2B5EF4-FFF2-40B4-BE49-F238E27FC236}">
                <a16:creationId xmlns:a16="http://schemas.microsoft.com/office/drawing/2014/main" id="{736A2FE0-F5E4-4200-B007-13EBE9A4DA00}"/>
              </a:ext>
            </a:extLst>
          </p:cNvPr>
          <p:cNvSpPr>
            <a:spLocks xmlns:a="http://schemas.openxmlformats.org/drawingml/2006/main" noGrp="1"/>
          </p:cNvSpPr>
          <p:nvPr/>
        </p:nvSpPr>
        <p:spPr>
          <a:xfrm xmlns:a="http://schemas.openxmlformats.org/drawingml/2006/main">
            <a:off x="685800" y="6229350"/>
            <a:ext cx="904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4E6266"/>
                </a:solidFill>
                <a:latin typeface="DejaVu Sans"/>
                <a:ea typeface="DejaVu Sans"/>
                <a:cs typeface="DejaVu Sans"/>
              </a:defRPr>
            </a:defPPr>
            <a:lvl1pPr>
              <a:defRPr sz="1275" b="0">
                <a:solidFill>
                  <a:srgbClr val="4E6266"/>
                </a:solidFill>
                <a:latin typeface="DejaVu Sans"/>
                <a:ea typeface="DejaVu Sans"/>
                <a:cs typeface="DejaVu Sans"/>
              </a:defRPr>
            </a:lvl1pPr>
            <a:lvl2pPr>
              <a:defRPr sz="1275" b="0">
                <a:solidFill>
                  <a:srgbClr val="4E6266"/>
                </a:solidFill>
                <a:latin typeface="DejaVu Sans"/>
                <a:ea typeface="DejaVu Sans"/>
                <a:cs typeface="DejaVu Sans"/>
              </a:defRPr>
            </a:lvl2pPr>
            <a:lvl3pPr>
              <a:defRPr sz="1275" b="0">
                <a:solidFill>
                  <a:srgbClr val="4E6266"/>
                </a:solidFill>
                <a:latin typeface="DejaVu Sans"/>
                <a:ea typeface="DejaVu Sans"/>
                <a:cs typeface="DejaVu Sans"/>
              </a:defRPr>
            </a:lvl3pPr>
            <a:lvl4pPr>
              <a:defRPr sz="1275" b="0">
                <a:solidFill>
                  <a:srgbClr val="4E6266"/>
                </a:solidFill>
                <a:latin typeface="DejaVu Sans"/>
                <a:ea typeface="DejaVu Sans"/>
                <a:cs typeface="DejaVu Sans"/>
              </a:defRPr>
            </a:lvl4pPr>
            <a:lvl5pPr>
              <a:defRPr sz="1275" b="0">
                <a:solidFill>
                  <a:srgbClr val="4E6266"/>
                </a:solidFill>
                <a:latin typeface="DejaVu Sans"/>
                <a:ea typeface="DejaVu Sans"/>
                <a:cs typeface="DejaVu Sans"/>
              </a:defRPr>
            </a:lvl5pPr>
            <a:lvl6pPr>
              <a:defRPr sz="1275" b="0">
                <a:solidFill>
                  <a:srgbClr val="4E6266"/>
                </a:solidFill>
                <a:latin typeface="DejaVu Sans"/>
                <a:ea typeface="DejaVu Sans"/>
                <a:cs typeface="DejaVu Sans"/>
              </a:defRPr>
            </a:lvl6pPr>
            <a:lvl7pPr>
              <a:defRPr sz="1275" b="0">
                <a:solidFill>
                  <a:srgbClr val="4E6266"/>
                </a:solidFill>
                <a:latin typeface="DejaVu Sans"/>
                <a:ea typeface="DejaVu Sans"/>
                <a:cs typeface="DejaVu Sans"/>
              </a:defRPr>
            </a:lvl7pPr>
            <a:lvl8pPr>
              <a:defRPr sz="1275" b="0">
                <a:solidFill>
                  <a:srgbClr val="4E6266"/>
                </a:solidFill>
                <a:latin typeface="DejaVu Sans"/>
                <a:ea typeface="DejaVu Sans"/>
                <a:cs typeface="DejaVu Sans"/>
              </a:defRPr>
            </a:lvl8pPr>
            <a:lvl9pPr>
              <a:defRPr sz="1275" b="0">
                <a:solidFill>
                  <a:srgbClr val="4E6266"/>
                </a:solidFill>
                <a:latin typeface="DejaVu Sans"/>
                <a:ea typeface="DejaVu Sans"/>
                <a:cs typeface="DejaVu Sans"/>
              </a:defRPr>
            </a:lvl9pPr>
          </a:lstStyle>
          <a:p xmlns:a="http://schemas.openxmlformats.org/drawingml/2006/main">
            <a:pPr>
              <a:defRPr sz="1275" b="0">
                <a:solidFill>
                  <a:srgbClr val="4E6266"/>
                </a:solidFill>
                <a:latin typeface="DejaVu Sans"/>
                <a:ea typeface="DejaVu Sans"/>
                <a:cs typeface="DejaVu Sans"/>
              </a:defRPr>
            </a:pPr>
            <a:r>
              <a:rPr sz="1275" b="0">
                <a:solidFill>
                  <a:srgbClr val="4E6266"/>
                </a:solidFill>
                <a:latin typeface="DejaVu Sans"/>
                <a:ea typeface="DejaVu Sans"/>
                <a:cs typeface="DejaVu Sans"/>
              </a:rPr>
              <a:t>[TEAM NAME]   /   [MEETING DATE]</a:t>
            </a:r>
          </a:p>
        </p:txBody>
      </p:sp>
      <p:sp>
        <p:nvSpPr>
          <p:cNvPr id="6" name="resource-text">
            <a:extLst xmlns:a="http://schemas.openxmlformats.org/drawingml/2006/main">
              <a:ext uri="{FF2B5EF4-FFF2-40B4-BE49-F238E27FC236}">
                <a16:creationId xmlns:a16="http://schemas.microsoft.com/office/drawing/2014/main" id="{06415E01-AE69-4F8B-8212-BE0DED7D7B26}"/>
              </a:ext>
            </a:extLst>
          </p:cNvPr>
          <p:cNvSpPr>
            <a:spLocks xmlns:a="http://schemas.openxmlformats.org/drawingml/2006/main" noGrp="1"/>
          </p:cNvSpPr>
          <p:nvPr/>
        </p:nvSpPr>
        <p:spPr>
          <a:xfrm xmlns:a="http://schemas.openxmlformats.org/drawingml/2006/main">
            <a:off x="685800" y="4048125"/>
            <a:ext cx="7810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22D33"/>
                </a:solidFill>
                <a:latin typeface="DejaVu Sans"/>
                <a:ea typeface="DejaVu Sans"/>
                <a:cs typeface="DejaVu Sans"/>
              </a:defRPr>
            </a:defPPr>
            <a:lvl1pPr>
              <a:defRPr sz="2025" b="0">
                <a:solidFill>
                  <a:srgbClr val="122D33"/>
                </a:solidFill>
                <a:latin typeface="DejaVu Sans"/>
                <a:ea typeface="DejaVu Sans"/>
                <a:cs typeface="DejaVu Sans"/>
              </a:defRPr>
            </a:lvl1pPr>
            <a:lvl2pPr>
              <a:defRPr sz="2025" b="0">
                <a:solidFill>
                  <a:srgbClr val="122D33"/>
                </a:solidFill>
                <a:latin typeface="DejaVu Sans"/>
                <a:ea typeface="DejaVu Sans"/>
                <a:cs typeface="DejaVu Sans"/>
              </a:defRPr>
            </a:lvl2pPr>
            <a:lvl3pPr>
              <a:defRPr sz="2025" b="0">
                <a:solidFill>
                  <a:srgbClr val="122D33"/>
                </a:solidFill>
                <a:latin typeface="DejaVu Sans"/>
                <a:ea typeface="DejaVu Sans"/>
                <a:cs typeface="DejaVu Sans"/>
              </a:defRPr>
            </a:lvl3pPr>
            <a:lvl4pPr>
              <a:defRPr sz="2025" b="0">
                <a:solidFill>
                  <a:srgbClr val="122D33"/>
                </a:solidFill>
                <a:latin typeface="DejaVu Sans"/>
                <a:ea typeface="DejaVu Sans"/>
                <a:cs typeface="DejaVu Sans"/>
              </a:defRPr>
            </a:lvl4pPr>
            <a:lvl5pPr>
              <a:defRPr sz="2025" b="0">
                <a:solidFill>
                  <a:srgbClr val="122D33"/>
                </a:solidFill>
                <a:latin typeface="DejaVu Sans"/>
                <a:ea typeface="DejaVu Sans"/>
                <a:cs typeface="DejaVu Sans"/>
              </a:defRPr>
            </a:lvl5pPr>
            <a:lvl6pPr>
              <a:defRPr sz="2025" b="0">
                <a:solidFill>
                  <a:srgbClr val="122D33"/>
                </a:solidFill>
                <a:latin typeface="DejaVu Sans"/>
                <a:ea typeface="DejaVu Sans"/>
                <a:cs typeface="DejaVu Sans"/>
              </a:defRPr>
            </a:lvl6pPr>
            <a:lvl7pPr>
              <a:defRPr sz="2025" b="0">
                <a:solidFill>
                  <a:srgbClr val="122D33"/>
                </a:solidFill>
                <a:latin typeface="DejaVu Sans"/>
                <a:ea typeface="DejaVu Sans"/>
                <a:cs typeface="DejaVu Sans"/>
              </a:defRPr>
            </a:lvl7pPr>
            <a:lvl8pPr>
              <a:defRPr sz="2025" b="0">
                <a:solidFill>
                  <a:srgbClr val="122D33"/>
                </a:solidFill>
                <a:latin typeface="DejaVu Sans"/>
                <a:ea typeface="DejaVu Sans"/>
                <a:cs typeface="DejaVu Sans"/>
              </a:defRPr>
            </a:lvl8pPr>
            <a:lvl9pPr>
              <a:defRPr sz="2025" b="0">
                <a:solidFill>
                  <a:srgbClr val="122D33"/>
                </a:solidFill>
                <a:latin typeface="DejaVu Sans"/>
                <a:ea typeface="DejaVu Sans"/>
                <a:cs typeface="DejaVu Sans"/>
              </a:defRPr>
            </a:lvl9pPr>
          </a:lstStyle>
          <a:p xmlns:a="http://schemas.openxmlformats.org/drawingml/2006/main">
            <a:pPr>
              <a:defRPr sz="2025" b="0">
                <a:solidFill>
                  <a:srgbClr val="122D33"/>
                </a:solidFill>
                <a:latin typeface="DejaVu Sans"/>
                <a:ea typeface="DejaVu Sans"/>
                <a:cs typeface="DejaVu Sans"/>
              </a:defRPr>
            </a:pPr>
            <a:r>
              <a:rPr sz="2025" b="0">
                <a:solidFill>
                  <a:srgbClr val="122D33"/>
                </a:solidFill>
                <a:latin typeface="DejaVu Sans"/>
                <a:ea typeface="DejaVu Sans"/>
                <a:cs typeface="DejaVu Sans"/>
              </a:rPr>
              <a:t>Automatic speaker handoffs</a:t>
            </a:r>
          </a:p>
          <a:p xmlns:a="http://schemas.openxmlformats.org/drawingml/2006/main">
            <a:pPr>
              <a:defRPr sz="2025" b="0">
                <a:solidFill>
                  <a:srgbClr val="122D33"/>
                </a:solidFill>
                <a:latin typeface="DejaVu Sans"/>
                <a:ea typeface="DejaVu Sans"/>
                <a:cs typeface="DejaVu Sans"/>
              </a:defRPr>
            </a:pPr>
            <a:r>
              <a:rPr sz="2025" b="0">
                <a:solidFill>
                  <a:srgbClr val="122D33"/>
                </a:solidFill>
                <a:latin typeface="DejaVu Sans"/>
                <a:ea typeface="DejaVu Sans"/>
                <a:cs typeface="DejaVu Sans"/>
              </a:rPr>
              <a:t>Shares the remaining meeting time</a:t>
            </a:r>
          </a:p>
          <a:p xmlns:a="http://schemas.openxmlformats.org/drawingml/2006/main">
            <a:pPr>
              <a:defRPr sz="2025" b="0">
                <a:solidFill>
                  <a:srgbClr val="122D33"/>
                </a:solidFill>
                <a:latin typeface="DejaVu Sans"/>
                <a:ea typeface="DejaVu Sans"/>
                <a:cs typeface="DejaVu Sans"/>
              </a:defRPr>
            </a:pPr>
            <a:r>
              <a:rPr sz="2025" b="0">
                <a:solidFill>
                  <a:srgbClr val="122D33"/>
                </a:solidFill>
                <a:latin typeface="DejaVu Sans"/>
                <a:ea typeface="DejaVu Sans"/>
                <a:cs typeface="DejaVu Sans"/>
              </a:rPr>
              <a:t>Free and open source</a:t>
            </a:r>
          </a:p>
        </p:txBody>
      </p:sp>
      <p:sp>
        <p:nvSpPr>
          <p:cNvPr id="7" name="resource-link">
            <a:extLst xmlns:a="http://schemas.openxmlformats.org/drawingml/2006/main">
              <a:ext uri="{FF2B5EF4-FFF2-40B4-BE49-F238E27FC236}">
                <a16:creationId xmlns:a16="http://schemas.microsoft.com/office/drawing/2014/main" id="{DF38C838-43F9-4694-BB3A-78A3088422C4}"/>
              </a:ext>
            </a:extLst>
          </p:cNvPr>
          <p:cNvSpPr>
            <a:spLocks xmlns:a="http://schemas.openxmlformats.org/drawingml/2006/main" noGrp="1"/>
          </p:cNvSpPr>
          <p:nvPr/>
        </p:nvSpPr>
        <p:spPr>
          <a:xfrm xmlns:a="http://schemas.openxmlformats.org/drawingml/2006/main">
            <a:off x="685800" y="5514975"/>
            <a:ext cx="895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087E75"/>
                </a:solidFill>
                <a:latin typeface="DejaVu Sans"/>
                <a:ea typeface="DejaVu Sans"/>
                <a:cs typeface="DejaVu Sans"/>
              </a:defRPr>
            </a:defPPr>
            <a:lvl1pPr>
              <a:defRPr sz="1575" b="1">
                <a:solidFill>
                  <a:srgbClr val="087E75"/>
                </a:solidFill>
                <a:latin typeface="DejaVu Sans"/>
                <a:ea typeface="DejaVu Sans"/>
                <a:cs typeface="DejaVu Sans"/>
              </a:defRPr>
            </a:lvl1pPr>
            <a:lvl2pPr>
              <a:defRPr sz="1575" b="1">
                <a:solidFill>
                  <a:srgbClr val="087E75"/>
                </a:solidFill>
                <a:latin typeface="DejaVu Sans"/>
                <a:ea typeface="DejaVu Sans"/>
                <a:cs typeface="DejaVu Sans"/>
              </a:defRPr>
            </a:lvl2pPr>
            <a:lvl3pPr>
              <a:defRPr sz="1575" b="1">
                <a:solidFill>
                  <a:srgbClr val="087E75"/>
                </a:solidFill>
                <a:latin typeface="DejaVu Sans"/>
                <a:ea typeface="DejaVu Sans"/>
                <a:cs typeface="DejaVu Sans"/>
              </a:defRPr>
            </a:lvl3pPr>
            <a:lvl4pPr>
              <a:defRPr sz="1575" b="1">
                <a:solidFill>
                  <a:srgbClr val="087E75"/>
                </a:solidFill>
                <a:latin typeface="DejaVu Sans"/>
                <a:ea typeface="DejaVu Sans"/>
                <a:cs typeface="DejaVu Sans"/>
              </a:defRPr>
            </a:lvl4pPr>
            <a:lvl5pPr>
              <a:defRPr sz="1575" b="1">
                <a:solidFill>
                  <a:srgbClr val="087E75"/>
                </a:solidFill>
                <a:latin typeface="DejaVu Sans"/>
                <a:ea typeface="DejaVu Sans"/>
                <a:cs typeface="DejaVu Sans"/>
              </a:defRPr>
            </a:lvl5pPr>
            <a:lvl6pPr>
              <a:defRPr sz="1575" b="1">
                <a:solidFill>
                  <a:srgbClr val="087E75"/>
                </a:solidFill>
                <a:latin typeface="DejaVu Sans"/>
                <a:ea typeface="DejaVu Sans"/>
                <a:cs typeface="DejaVu Sans"/>
              </a:defRPr>
            </a:lvl6pPr>
            <a:lvl7pPr>
              <a:defRPr sz="1575" b="1">
                <a:solidFill>
                  <a:srgbClr val="087E75"/>
                </a:solidFill>
                <a:latin typeface="DejaVu Sans"/>
                <a:ea typeface="DejaVu Sans"/>
                <a:cs typeface="DejaVu Sans"/>
              </a:defRPr>
            </a:lvl7pPr>
            <a:lvl8pPr>
              <a:defRPr sz="1575" b="1">
                <a:solidFill>
                  <a:srgbClr val="087E75"/>
                </a:solidFill>
                <a:latin typeface="DejaVu Sans"/>
                <a:ea typeface="DejaVu Sans"/>
                <a:cs typeface="DejaVu Sans"/>
              </a:defRPr>
            </a:lvl8pPr>
            <a:lvl9pPr>
              <a:defRPr sz="1575" b="1">
                <a:solidFill>
                  <a:srgbClr val="087E75"/>
                </a:solidFill>
                <a:latin typeface="DejaVu Sans"/>
                <a:ea typeface="DejaVu Sans"/>
                <a:cs typeface="DejaVu Sans"/>
              </a:defRPr>
            </a:lvl9pPr>
          </a:lstStyle>
          <a:p xmlns:a="http://schemas.openxmlformats.org/drawingml/2006/main">
            <a:pPr>
              <a:defRPr sz="1575" b="1">
                <a:solidFill>
                  <a:srgbClr val="087E75"/>
                </a:solidFill>
                <a:latin typeface="DejaVu Sans"/>
                <a:ea typeface="DejaVu Sans"/>
                <a:cs typeface="DejaVu Sans"/>
              </a:defRPr>
            </a:pPr>
            <a:r>
              <a:rPr sz="1575" b="1">
                <a:solidFill>
                  <a:srgbClr val="087E75"/>
                </a:solidFill>
                <a:latin typeface="DejaVu Sans"/>
                <a:ea typeface="DejaVu Sans"/>
                <a:cs typeface="DejaVu Sans"/>
              </a:rPr>
              <a:t>github.com/ashual/meeting-timer-overlay</a:t>
            </a:r>
          </a:p>
        </p:txBody>
      </p:sp>
    </p:spTree>
    <p:extLst>
      <p:ext uri="{BB962C8B-B14F-4D97-AF65-F5344CB8AC3E}">
        <p14:creationId xmlns:p14="http://schemas.microsoft.com/office/powerpoint/2010/main" val="15872708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2026-10-25T22:06:09.2110000Z</dcterms:created>
  <dcterms:modified xsi:type="dcterms:W3CDTF">2026-10-25T22:06:09.2110000Z</dcterms:modified>
</coreProperties>
</file>